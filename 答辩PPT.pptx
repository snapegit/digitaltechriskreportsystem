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7" r:id="rId3"/>
  </p:sldMasterIdLst>
  <p:sldIdLst>
    <p:sldId id="363" r:id="rId4"/>
    <p:sldId id="364" r:id="rId5"/>
    <p:sldId id="365" r:id="rId6"/>
    <p:sldId id="366" r:id="rId7"/>
    <p:sldId id="368" r:id="rId8"/>
    <p:sldId id="369" r:id="rId9"/>
    <p:sldId id="372" r:id="rId10"/>
    <p:sldId id="384" r:id="rId11"/>
    <p:sldId id="373" r:id="rId12"/>
    <p:sldId id="370" r:id="rId13"/>
    <p:sldId id="376" r:id="rId14"/>
    <p:sldId id="377" r:id="rId15"/>
    <p:sldId id="378" r:id="rId16"/>
    <p:sldId id="379" r:id="rId17"/>
    <p:sldId id="382" r:id="rId18"/>
  </p:sldIdLst>
  <p:sldSz cx="12188825" cy="6858000"/>
  <p:notesSz cx="6858000" cy="9144000"/>
  <p:custDataLst>
    <p:tags r:id="rId23"/>
  </p:custDataLst>
  <p:defaultTextStyle>
    <a:defPPr>
      <a:defRPr lang="zh-CN"/>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165" algn="l" defTabSz="609600" rtl="0" eaLnBrk="1" latinLnBrk="0" hangingPunct="1">
      <a:defRPr sz="2400" kern="1200">
        <a:solidFill>
          <a:schemeClr val="tx1"/>
        </a:solidFill>
        <a:latin typeface="+mn-lt"/>
        <a:ea typeface="+mn-ea"/>
        <a:cs typeface="+mn-cs"/>
      </a:defRPr>
    </a:lvl4pPr>
    <a:lvl5pPr marL="2437765" algn="l" defTabSz="609600" rtl="0" eaLnBrk="1" latinLnBrk="0" hangingPunct="1">
      <a:defRPr sz="2400" kern="1200">
        <a:solidFill>
          <a:schemeClr val="tx1"/>
        </a:solidFill>
        <a:latin typeface="+mn-lt"/>
        <a:ea typeface="+mn-ea"/>
        <a:cs typeface="+mn-cs"/>
      </a:defRPr>
    </a:lvl5pPr>
    <a:lvl6pPr marL="3047365" algn="l" defTabSz="609600" rtl="0" eaLnBrk="1" latinLnBrk="0" hangingPunct="1">
      <a:defRPr sz="2400" kern="1200">
        <a:solidFill>
          <a:schemeClr val="tx1"/>
        </a:solidFill>
        <a:latin typeface="+mn-lt"/>
        <a:ea typeface="+mn-ea"/>
        <a:cs typeface="+mn-cs"/>
      </a:defRPr>
    </a:lvl6pPr>
    <a:lvl7pPr marL="3656965" algn="l" defTabSz="609600" rtl="0" eaLnBrk="1" latinLnBrk="0" hangingPunct="1">
      <a:defRPr sz="2400" kern="1200">
        <a:solidFill>
          <a:schemeClr val="tx1"/>
        </a:solidFill>
        <a:latin typeface="+mn-lt"/>
        <a:ea typeface="+mn-ea"/>
        <a:cs typeface="+mn-cs"/>
      </a:defRPr>
    </a:lvl7pPr>
    <a:lvl8pPr marL="4266565" algn="l" defTabSz="609600" rtl="0" eaLnBrk="1" latinLnBrk="0" hangingPunct="1">
      <a:defRPr sz="2400" kern="1200">
        <a:solidFill>
          <a:schemeClr val="tx1"/>
        </a:solidFill>
        <a:latin typeface="+mn-lt"/>
        <a:ea typeface="+mn-ea"/>
        <a:cs typeface="+mn-cs"/>
      </a:defRPr>
    </a:lvl8pPr>
    <a:lvl9pPr marL="4875530" algn="l" defTabSz="6096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70" d="100"/>
          <a:sy n="70" d="100"/>
        </p:scale>
        <p:origin x="714" y="60"/>
      </p:cViewPr>
      <p:guideLst>
        <p:guide orient="horz" pos="2183"/>
        <p:guide pos="3891"/>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gs" Target="tags/tag212.xml"/><Relationship Id="rId22" Type="http://schemas.openxmlformats.org/officeDocument/2006/relationships/commentAuthors" Target="commen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e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image4.wdp"/><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6.jpeg"/><Relationship Id="rId2" Type="http://schemas.openxmlformats.org/officeDocument/2006/relationships/tags" Target="../tags/tag1.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8.png"/><Relationship Id="rId5" Type="http://schemas.openxmlformats.org/officeDocument/2006/relationships/tags" Target="../tags/tag11.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7.png"/><Relationship Id="rId2" Type="http://schemas.openxmlformats.org/officeDocument/2006/relationships/tags" Target="../tags/tag10.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image" Target="file:///C:\Users\1V994W2\PycharmProjects\PPT_Background_Generation/pic_temp/pic_half_down.png" TargetMode="External"/><Relationship Id="rId6" Type="http://schemas.openxmlformats.org/officeDocument/2006/relationships/image" Target="../media/image10.png"/><Relationship Id="rId5" Type="http://schemas.openxmlformats.org/officeDocument/2006/relationships/tags" Target="../tags/tag18.xml"/><Relationship Id="rId4" Type="http://schemas.openxmlformats.org/officeDocument/2006/relationships/image" Target="file:///C:\Users\1V994W2\PycharmProjects\PPT_Background_Generation/pic_temp/pic_half_top.png" TargetMode="External"/><Relationship Id="rId3" Type="http://schemas.openxmlformats.org/officeDocument/2006/relationships/image" Target="../media/image9.png"/><Relationship Id="rId2" Type="http://schemas.openxmlformats.org/officeDocument/2006/relationships/tags" Target="../tags/tag17.xml"/><Relationship Id="rId13" Type="http://schemas.openxmlformats.org/officeDocument/2006/relationships/tags" Target="../tags/tag24.xml"/><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8.png"/><Relationship Id="rId5" Type="http://schemas.openxmlformats.org/officeDocument/2006/relationships/tags" Target="../tags/tag26.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7.png"/><Relationship Id="rId2" Type="http://schemas.openxmlformats.org/officeDocument/2006/relationships/tags" Target="../tags/tag25.xml"/><Relationship Id="rId13" Type="http://schemas.openxmlformats.org/officeDocument/2006/relationships/tags" Target="../tags/tag32.xml"/><Relationship Id="rId12" Type="http://schemas.openxmlformats.org/officeDocument/2006/relationships/tags" Target="../tags/tag31.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8.png"/><Relationship Id="rId5" Type="http://schemas.openxmlformats.org/officeDocument/2006/relationships/tags" Target="../tags/tag34.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7.png"/><Relationship Id="rId2" Type="http://schemas.openxmlformats.org/officeDocument/2006/relationships/tags" Target="../tags/tag33.xml"/><Relationship Id="rId15" Type="http://schemas.openxmlformats.org/officeDocument/2006/relationships/tags" Target="../tags/tag42.xml"/><Relationship Id="rId14" Type="http://schemas.openxmlformats.org/officeDocument/2006/relationships/tags" Target="../tags/tag41.xml"/><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image" Target="file:///C:\Users\1V994W2\PycharmProjects\PPT_Background_Generation/pic_temp/pic_half_right.png" TargetMode="External"/><Relationship Id="rId3" Type="http://schemas.openxmlformats.org/officeDocument/2006/relationships/image" Target="../media/image11.png"/><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8.png"/><Relationship Id="rId5" Type="http://schemas.openxmlformats.org/officeDocument/2006/relationships/tags" Target="../tags/tag52.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7.png"/><Relationship Id="rId2" Type="http://schemas.openxmlformats.org/officeDocument/2006/relationships/tags" Target="../tags/tag51.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8.png"/><Relationship Id="rId5" Type="http://schemas.openxmlformats.org/officeDocument/2006/relationships/tags" Target="../tags/tag60.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7.png"/><Relationship Id="rId2" Type="http://schemas.openxmlformats.org/officeDocument/2006/relationships/tags" Target="../tags/tag59.xml"/><Relationship Id="rId12" Type="http://schemas.openxmlformats.org/officeDocument/2006/relationships/tags" Target="../tags/tag65.xml"/><Relationship Id="rId11" Type="http://schemas.openxmlformats.org/officeDocument/2006/relationships/tags" Target="../tags/tag64.xml"/><Relationship Id="rId10" Type="http://schemas.openxmlformats.org/officeDocument/2006/relationships/tags" Target="../tags/tag6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8.png"/><Relationship Id="rId5" Type="http://schemas.openxmlformats.org/officeDocument/2006/relationships/tags" Target="../tags/tag67.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7.png"/><Relationship Id="rId2" Type="http://schemas.openxmlformats.org/officeDocument/2006/relationships/tags" Target="../tags/tag66.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6.jpeg"/><Relationship Id="rId2" Type="http://schemas.openxmlformats.org/officeDocument/2006/relationships/tags" Target="../tags/tag7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8.png"/><Relationship Id="rId5" Type="http://schemas.openxmlformats.org/officeDocument/2006/relationships/tags" Target="../tags/tag79.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7.png"/><Relationship Id="rId2" Type="http://schemas.openxmlformats.org/officeDocument/2006/relationships/tags" Target="../tags/tag78.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8.png"/><Relationship Id="rId6" Type="http://schemas.openxmlformats.org/officeDocument/2006/relationships/tags" Target="../tags/tag86.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7.png"/><Relationship Id="rId3" Type="http://schemas.openxmlformats.org/officeDocument/2006/relationships/tags" Target="../tags/tag85.xml"/><Relationship Id="rId2" Type="http://schemas.openxmlformats.org/officeDocument/2006/relationships/tags" Target="../tags/tag84.xml"/><Relationship Id="rId13" Type="http://schemas.openxmlformats.org/officeDocument/2006/relationships/tags" Target="../tags/tag91.xml"/><Relationship Id="rId12" Type="http://schemas.openxmlformats.org/officeDocument/2006/relationships/tags" Target="../tags/tag90.xml"/><Relationship Id="rId11" Type="http://schemas.openxmlformats.org/officeDocument/2006/relationships/tags" Target="../tags/tag89.xml"/><Relationship Id="rId10" Type="http://schemas.openxmlformats.org/officeDocument/2006/relationships/tags" Target="../tags/tag88.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tags" Target="../tags/tag96.xml"/><Relationship Id="rId7" Type="http://schemas.openxmlformats.org/officeDocument/2006/relationships/tags" Target="../tags/tag95.xml"/><Relationship Id="rId6" Type="http://schemas.openxmlformats.org/officeDocument/2006/relationships/tags" Target="../tags/tag94.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7.png"/><Relationship Id="rId3" Type="http://schemas.openxmlformats.org/officeDocument/2006/relationships/tags" Target="../tags/tag93.xml"/><Relationship Id="rId2" Type="http://schemas.openxmlformats.org/officeDocument/2006/relationships/tags" Target="../tags/tag92.xml"/><Relationship Id="rId11" Type="http://schemas.openxmlformats.org/officeDocument/2006/relationships/tags" Target="../tags/tag99.xml"/><Relationship Id="rId10" Type="http://schemas.openxmlformats.org/officeDocument/2006/relationships/tags" Target="../tags/tag98.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8.png"/><Relationship Id="rId6" Type="http://schemas.openxmlformats.org/officeDocument/2006/relationships/tags" Target="../tags/tag102.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7.png"/><Relationship Id="rId3" Type="http://schemas.openxmlformats.org/officeDocument/2006/relationships/tags" Target="../tags/tag101.xml"/><Relationship Id="rId2" Type="http://schemas.openxmlformats.org/officeDocument/2006/relationships/tags" Target="../tags/tag100.xml"/><Relationship Id="rId14" Type="http://schemas.openxmlformats.org/officeDocument/2006/relationships/tags" Target="../tags/tag108.xml"/><Relationship Id="rId13" Type="http://schemas.openxmlformats.org/officeDocument/2006/relationships/tags" Target="../tags/tag107.xml"/><Relationship Id="rId12" Type="http://schemas.openxmlformats.org/officeDocument/2006/relationships/tags" Target="../tags/tag106.xml"/><Relationship Id="rId11" Type="http://schemas.openxmlformats.org/officeDocument/2006/relationships/tags" Target="../tags/tag105.xml"/><Relationship Id="rId10" Type="http://schemas.openxmlformats.org/officeDocument/2006/relationships/tags" Target="../tags/tag104.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8.png"/><Relationship Id="rId6" Type="http://schemas.openxmlformats.org/officeDocument/2006/relationships/tags" Target="../tags/tag111.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7.png"/><Relationship Id="rId3" Type="http://schemas.openxmlformats.org/officeDocument/2006/relationships/tags" Target="../tags/tag110.xml"/><Relationship Id="rId2" Type="http://schemas.openxmlformats.org/officeDocument/2006/relationships/tags" Target="../tags/tag109.xml"/><Relationship Id="rId14" Type="http://schemas.openxmlformats.org/officeDocument/2006/relationships/tags" Target="../tags/tag117.xml"/><Relationship Id="rId13" Type="http://schemas.openxmlformats.org/officeDocument/2006/relationships/tags" Target="../tags/tag116.xml"/><Relationship Id="rId12" Type="http://schemas.openxmlformats.org/officeDocument/2006/relationships/tags" Target="../tags/tag115.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21.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8.png"/><Relationship Id="rId6" Type="http://schemas.openxmlformats.org/officeDocument/2006/relationships/tags" Target="../tags/tag120.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7.png"/><Relationship Id="rId3" Type="http://schemas.openxmlformats.org/officeDocument/2006/relationships/tags" Target="../tags/tag119.xml"/><Relationship Id="rId2" Type="http://schemas.openxmlformats.org/officeDocument/2006/relationships/tags" Target="../tags/tag118.xml"/><Relationship Id="rId16" Type="http://schemas.openxmlformats.org/officeDocument/2006/relationships/tags" Target="../tags/tag128.xml"/><Relationship Id="rId15" Type="http://schemas.openxmlformats.org/officeDocument/2006/relationships/tags" Target="../tags/tag127.xml"/><Relationship Id="rId14" Type="http://schemas.openxmlformats.org/officeDocument/2006/relationships/tags" Target="../tags/tag126.xml"/><Relationship Id="rId13" Type="http://schemas.openxmlformats.org/officeDocument/2006/relationships/tags" Target="../tags/tag125.xml"/><Relationship Id="rId12" Type="http://schemas.openxmlformats.org/officeDocument/2006/relationships/tags" Target="../tags/tag124.xml"/><Relationship Id="rId11" Type="http://schemas.openxmlformats.org/officeDocument/2006/relationships/tags" Target="../tags/tag123.xml"/><Relationship Id="rId10" Type="http://schemas.openxmlformats.org/officeDocument/2006/relationships/tags" Target="../tags/tag122.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12.png"/><Relationship Id="rId6" Type="http://schemas.openxmlformats.org/officeDocument/2006/relationships/tags" Target="../tags/tag131.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7.png"/><Relationship Id="rId3" Type="http://schemas.openxmlformats.org/officeDocument/2006/relationships/tags" Target="../tags/tag130.xml"/><Relationship Id="rId2" Type="http://schemas.openxmlformats.org/officeDocument/2006/relationships/tags" Target="../tags/tag129.xml"/><Relationship Id="rId13" Type="http://schemas.openxmlformats.org/officeDocument/2006/relationships/tags" Target="../tags/tag136.xml"/><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8" name="图片 7" descr="2015-06-03_PerugiaFarmland_ROW7383193166_1920x1080 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88825" cy="685621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pic>
        <p:nvPicPr>
          <p:cNvPr id="7" name="图片 6" descr="2015-06-03_PerugiaFarmland_ROW7383193166_1920x1080 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88825" cy="685621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pic>
        <p:nvPicPr>
          <p:cNvPr id="7" name="图片 6" descr="2015-06-03_PerugiaFarmland_ROW7383193166_1920x1080 3.jpg"/>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0" y="1"/>
            <a:ext cx="12188825" cy="685621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2" name="图片 1" descr="2015-06-03_PerugiaFarmland_ROW7383193166_1920x1080 2.jpg"/>
          <p:cNvPicPr>
            <a:picLocks noChangeAspect="1"/>
          </p:cNvPicPr>
          <p:nvPr userDrawn="1"/>
        </p:nvPicPr>
        <p:blipFill>
          <a:blip r:embed="rId2">
            <a:duotone>
              <a:prstClr val="black"/>
              <a:schemeClr val="accent1">
                <a:tint val="45000"/>
                <a:satMod val="400000"/>
              </a:schemeClr>
            </a:duotone>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1"/>
            <a:ext cx="12188825" cy="685621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pic>
        <p:nvPicPr>
          <p:cNvPr id="2" name="图片 1" descr="2015-06-03_PerugiaFarmland_ROW7383193166_1920x1080 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88825" cy="6856215"/>
          </a:xfrm>
          <a:prstGeom prst="rect">
            <a:avLst/>
          </a:prstGeom>
        </p:spPr>
      </p:pic>
      <p:sp>
        <p:nvSpPr>
          <p:cNvPr id="3" name="矩形 2"/>
          <p:cNvSpPr/>
          <p:nvPr userDrawn="1"/>
        </p:nvSpPr>
        <p:spPr>
          <a:xfrm>
            <a:off x="0" y="1"/>
            <a:ext cx="12188825" cy="6856215"/>
          </a:xfrm>
          <a:prstGeom prst="rect">
            <a:avLst/>
          </a:prstGeom>
          <a:solidFill>
            <a:schemeClr val="tx2">
              <a:alpha val="54000"/>
            </a:schemeClr>
          </a:solidFill>
          <a:ln>
            <a:noFill/>
          </a:ln>
        </p:spPr>
        <p:style>
          <a:lnRef idx="1">
            <a:schemeClr val="accent1"/>
          </a:lnRef>
          <a:fillRef idx="3">
            <a:schemeClr val="accent1"/>
          </a:fillRef>
          <a:effectRef idx="2">
            <a:schemeClr val="accent1"/>
          </a:effectRef>
          <a:fontRef idx="minor">
            <a:schemeClr val="lt1"/>
          </a:fontRef>
        </p:style>
        <p:txBody>
          <a:bodyPr lIns="91436" tIns="45719" rIns="91436" bIns="45719" rtlCol="0" anchor="ctr"/>
          <a:lstStyle/>
          <a:p>
            <a:pPr algn="ctr"/>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pic>
        <p:nvPicPr>
          <p:cNvPr id="2" name="图片 1" descr="2015-06-03_PerugiaFarmland_ROW7383193166_1920x1080.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88825" cy="685621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5" name="图片 4"/>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0" y="0"/>
            <a:ext cx="12188825" cy="6858000"/>
          </a:xfrm>
          <a:prstGeom prst="rect">
            <a:avLst/>
          </a:prstGeom>
        </p:spPr>
      </p:pic>
      <p:sp>
        <p:nvSpPr>
          <p:cNvPr id="16" name="日期占位符 15"/>
          <p:cNvSpPr>
            <a:spLocks noGrp="1"/>
          </p:cNvSpPr>
          <p:nvPr>
            <p:ph type="dt" sz="half" idx="10"/>
            <p:custDataLst>
              <p:tags r:id="rId5"/>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6"/>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18" name="灯片编号占位符 17"/>
          <p:cNvSpPr>
            <a:spLocks noGrp="1"/>
          </p:cNvSpPr>
          <p:nvPr>
            <p:ph type="sldNum" sz="quarter" idx="12"/>
            <p:custDataLst>
              <p:tags r:id="rId7"/>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cxnSp>
        <p:nvCxnSpPr>
          <p:cNvPr id="10" name="直接连接符 9"/>
          <p:cNvCxnSpPr/>
          <p:nvPr userDrawn="1">
            <p:custDataLst>
              <p:tags r:id="rId8"/>
            </p:custDataLst>
          </p:nvPr>
        </p:nvCxnSpPr>
        <p:spPr>
          <a:xfrm>
            <a:off x="762118" y="3412490"/>
            <a:ext cx="435052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文本占位符 5"/>
          <p:cNvSpPr>
            <a:spLocks noGrp="1"/>
          </p:cNvSpPr>
          <p:nvPr>
            <p:ph type="body" sz="quarter" idx="16" hasCustomPrompt="1"/>
            <p:custDataLst>
              <p:tags r:id="rId9"/>
            </p:custDataLst>
          </p:nvPr>
        </p:nvSpPr>
        <p:spPr>
          <a:xfrm>
            <a:off x="762119" y="4207563"/>
            <a:ext cx="2134949" cy="408834"/>
          </a:xfrm>
          <a:prstGeom prst="rect">
            <a:avLst/>
          </a:prstGeom>
        </p:spPr>
        <p:txBody>
          <a:bodyPr vert="horz" wrap="square" lIns="90170" tIns="46990" rIns="90170" bIns="46990" anchor="t" anchorCtr="0">
            <a:normAutofit/>
          </a:bodyPr>
          <a:lstStyle>
            <a:lvl1pPr marL="342900" marR="0" indent="-342900" algn="l" rtl="0" eaLnBrk="1" fontAlgn="auto">
              <a:lnSpc>
                <a:spcPct val="130000"/>
              </a:lnSpc>
              <a:spcBef>
                <a:spcPts val="0"/>
              </a:spcBef>
              <a:spcAft>
                <a:spcPts val="1000"/>
              </a:spcAft>
              <a:buClrTx/>
              <a:buSzPts val="1600"/>
              <a:buFont typeface="Arial" panose="020B0604020202020204" pitchFamily="34" charset="0"/>
              <a:buNone/>
              <a:defRPr sz="1600" b="0" spc="150">
                <a:solidFill>
                  <a:schemeClr val="bg1"/>
                </a:solidFill>
                <a:latin typeface="Arial" panose="020B0604020202020204" pitchFamily="34" charset="0"/>
                <a:ea typeface="微软雅黑" panose="020B0503020204020204" pitchFamily="34" charset="-122"/>
              </a:defRPr>
            </a:lvl1pPr>
          </a:lstStyle>
          <a:p>
            <a:pPr marL="0" marR="0" lvl="0" indent="0" algn="l" defTabSz="914400" rtl="0" eaLnBrk="1" fontAlgn="auto" latinLnBrk="0" hangingPunct="1">
              <a:lnSpc>
                <a:spcPct val="130000"/>
              </a:lnSpc>
              <a:spcBef>
                <a:spcPts val="0"/>
              </a:spcBef>
              <a:spcAft>
                <a:spcPts val="1000"/>
              </a:spcAft>
              <a:buClr>
                <a:schemeClr val="tx1">
                  <a:lumMod val="100000"/>
                </a:schemeClr>
              </a:buClr>
              <a:buSzPts val="1600"/>
              <a:buFont typeface="Arial" panose="020B0604020202020204" pitchFamily="34" charset="0"/>
              <a:buNone/>
            </a:pPr>
            <a:r>
              <a:rPr lang="zh-CN" altLang="en-US"/>
              <a:t>编辑文本</a:t>
            </a:r>
            <a:endParaRPr lang="zh-CN" altLang="en-US"/>
          </a:p>
        </p:txBody>
      </p:sp>
      <p:sp>
        <p:nvSpPr>
          <p:cNvPr id="4" name="文本占位符 3"/>
          <p:cNvSpPr>
            <a:spLocks noGrp="1"/>
          </p:cNvSpPr>
          <p:nvPr>
            <p:ph type="body" sz="quarter" idx="15" hasCustomPrompt="1"/>
            <p:custDataLst>
              <p:tags r:id="rId10"/>
            </p:custDataLst>
          </p:nvPr>
        </p:nvSpPr>
        <p:spPr>
          <a:xfrm>
            <a:off x="2977692" y="4207563"/>
            <a:ext cx="2134949" cy="408834"/>
          </a:xfrm>
          <a:prstGeom prst="rect">
            <a:avLst/>
          </a:prstGeom>
        </p:spPr>
        <p:txBody>
          <a:bodyPr vert="horz" wrap="square" lIns="90170" tIns="46990" rIns="90170" bIns="46990" anchor="t" anchorCtr="0">
            <a:normAutofit/>
          </a:bodyPr>
          <a:lstStyle>
            <a:lvl1pPr marL="342900" marR="0" indent="-342900" algn="r" rtl="0" eaLnBrk="1" fontAlgn="auto">
              <a:lnSpc>
                <a:spcPct val="130000"/>
              </a:lnSpc>
              <a:spcBef>
                <a:spcPts val="0"/>
              </a:spcBef>
              <a:spcAft>
                <a:spcPts val="1000"/>
              </a:spcAft>
              <a:buClrTx/>
              <a:buSzPts val="1600"/>
              <a:buFont typeface="Arial" panose="020B0604020202020204" pitchFamily="34" charset="0"/>
              <a:buNone/>
              <a:defRPr sz="1600" b="0" spc="150">
                <a:solidFill>
                  <a:schemeClr val="bg1"/>
                </a:solidFill>
                <a:latin typeface="Arial" panose="020B0604020202020204" pitchFamily="34" charset="0"/>
                <a:ea typeface="微软雅黑" panose="020B0503020204020204" pitchFamily="34" charset="-122"/>
              </a:defRPr>
            </a:lvl1pPr>
          </a:lstStyle>
          <a:p>
            <a:pPr marL="0" marR="0" lvl="0" indent="0" algn="r" defTabSz="914400" rtl="0" eaLnBrk="1" fontAlgn="auto" latinLnBrk="0" hangingPunct="1">
              <a:lnSpc>
                <a:spcPct val="130000"/>
              </a:lnSpc>
              <a:spcBef>
                <a:spcPts val="0"/>
              </a:spcBef>
              <a:spcAft>
                <a:spcPts val="1000"/>
              </a:spcAft>
              <a:buClr>
                <a:schemeClr val="tx1">
                  <a:lumMod val="100000"/>
                </a:schemeClr>
              </a:buClr>
              <a:buSzPts val="1600"/>
              <a:buFont typeface="Arial" panose="020B0604020202020204" pitchFamily="34" charset="0"/>
              <a:buNone/>
            </a:pPr>
            <a:r>
              <a:rPr lang="zh-CN" altLang="en-US"/>
              <a:t>编辑文本</a:t>
            </a:r>
            <a:endParaRPr lang="zh-CN" altLang="en-US"/>
          </a:p>
        </p:txBody>
      </p:sp>
      <p:sp>
        <p:nvSpPr>
          <p:cNvPr id="3" name="标题 2"/>
          <p:cNvSpPr>
            <a:spLocks noGrp="1"/>
          </p:cNvSpPr>
          <p:nvPr>
            <p:ph type="ctrTitle" idx="14" hasCustomPrompt="1"/>
            <p:custDataLst>
              <p:tags r:id="rId11"/>
            </p:custDataLst>
          </p:nvPr>
        </p:nvSpPr>
        <p:spPr>
          <a:xfrm>
            <a:off x="762436" y="2241682"/>
            <a:ext cx="4824108" cy="1013831"/>
          </a:xfrm>
        </p:spPr>
        <p:txBody>
          <a:bodyPr vert="horz" wrap="square" lIns="90170" tIns="46990" rIns="90170" bIns="0" anchor="b" anchorCtr="0">
            <a:normAutofit/>
          </a:bodyPr>
          <a:lstStyle>
            <a:lvl1pPr marL="0" marR="0" indent="0" algn="l" defTabSz="914400" rtl="0" eaLnBrk="1" fontAlgn="auto" latinLnBrk="0" hangingPunct="1">
              <a:lnSpc>
                <a:spcPct val="100000"/>
              </a:lnSpc>
              <a:spcBef>
                <a:spcPct val="0"/>
              </a:spcBef>
              <a:spcAft>
                <a:spcPts val="0"/>
              </a:spcAft>
              <a:buClrTx/>
              <a:buSzPts val="5400"/>
              <a:buFont typeface="Arial" panose="020B0604020202020204" pitchFamily="34" charset="0"/>
              <a:buNone/>
              <a:defRPr sz="5400" b="0" spc="600">
                <a:solidFill>
                  <a:schemeClr val="bg1"/>
                </a:solidFill>
                <a:latin typeface="Arial" panose="020B0604020202020204" pitchFamily="34" charset="0"/>
                <a:ea typeface="汉仪旗黑-85S" panose="00020600040101010101" pitchFamily="18" charset="-122"/>
              </a:defRPr>
            </a:lvl1pPr>
          </a:lstStyle>
          <a:p>
            <a:r>
              <a:rPr lang="zh-CN" altLang="en-US"/>
              <a:t>编辑标题</a:t>
            </a:r>
            <a:endParaRPr lang="zh-CN" altLang="en-US"/>
          </a:p>
        </p:txBody>
      </p:sp>
      <p:sp>
        <p:nvSpPr>
          <p:cNvPr id="2" name="副标题 1"/>
          <p:cNvSpPr>
            <a:spLocks noGrp="1"/>
          </p:cNvSpPr>
          <p:nvPr>
            <p:ph type="subTitle" idx="13" hasCustomPrompt="1"/>
            <p:custDataLst>
              <p:tags r:id="rId12"/>
            </p:custDataLst>
          </p:nvPr>
        </p:nvSpPr>
        <p:spPr>
          <a:xfrm>
            <a:off x="762436" y="3566850"/>
            <a:ext cx="4350522" cy="420261"/>
          </a:xfrm>
        </p:spPr>
        <p:txBody>
          <a:bodyPr vert="horz" wrap="square" lIns="90170" tIns="46990" rIns="90170" bIns="46990" anchor="t" anchorCtr="0">
            <a:normAutofit/>
          </a:bodyPr>
          <a:lstStyle>
            <a:lvl1pPr marL="0" marR="0" indent="0" algn="l" defTabSz="914400" rtl="0" eaLnBrk="1" fontAlgn="auto" latinLnBrk="0" hangingPunct="1">
              <a:lnSpc>
                <a:spcPct val="100000"/>
              </a:lnSpc>
              <a:spcBef>
                <a:spcPts val="0"/>
              </a:spcBef>
              <a:spcAft>
                <a:spcPts val="0"/>
              </a:spcAft>
              <a:buClrTx/>
              <a:buSzPts val="2000"/>
              <a:buFont typeface="Arial" panose="020B0604020202020204" pitchFamily="34" charset="0"/>
              <a:buNone/>
              <a:defRPr sz="2000" b="0" spc="200">
                <a:solidFill>
                  <a:schemeClr val="bg1"/>
                </a:solidFill>
                <a:latin typeface="Arial" panose="020B0604020202020204" pitchFamily="34" charset="0"/>
                <a:ea typeface="微软雅黑" panose="020B0503020204020204" pitchFamily="34" charset="-122"/>
              </a:defRPr>
            </a:lvl1pPr>
            <a:lvl2pPr marL="457200" indent="0" algn="ctr">
              <a:buNone/>
            </a:lvl2pPr>
            <a:lvl3pPr marL="914400" indent="0" algn="ctr">
              <a:buNone/>
            </a:lvl3pPr>
            <a:lvl4pPr marL="1370965" indent="0" algn="ctr">
              <a:buNone/>
            </a:lvl4pPr>
            <a:lvl5pPr marL="1828165" indent="0" algn="ctr">
              <a:buNone/>
            </a:lvl5pPr>
            <a:lvl6pPr marL="2285365" indent="0" algn="ctr">
              <a:buNone/>
            </a:lvl6pPr>
            <a:lvl7pPr marL="2742565" indent="0" algn="ctr">
              <a:buNone/>
            </a:lvl7pPr>
            <a:lvl8pPr marL="3199765" indent="0" algn="ctr">
              <a:buNone/>
            </a:lvl8pPr>
            <a:lvl9pPr marL="3656965" indent="0" algn="ctr">
              <a:buNone/>
            </a:lvl9pPr>
          </a:lstStyle>
          <a:p>
            <a:r>
              <a:rPr lang="zh-CN" altLang="en-US"/>
              <a:t>单击此处编辑副标题</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7" name="图片 6"/>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2" name="标题 1"/>
          <p:cNvSpPr>
            <a:spLocks noGrp="1"/>
          </p:cNvSpPr>
          <p:nvPr>
            <p:ph type="title"/>
            <p:custDataLst>
              <p:tags r:id="rId8"/>
            </p:custDataLst>
          </p:nvPr>
        </p:nvSpPr>
        <p:spPr>
          <a:xfrm>
            <a:off x="669708" y="443292"/>
            <a:ext cx="10849411" cy="441849"/>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9"/>
            </p:custDataLst>
          </p:nvPr>
        </p:nvSpPr>
        <p:spPr>
          <a:xfrm>
            <a:off x="669708" y="953210"/>
            <a:ext cx="10849411" cy="5387504"/>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10"/>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12"/>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tx2"/>
        </a:solidFill>
        <a:effectLst/>
      </p:bgPr>
    </p:bg>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4062942" y="5716016"/>
            <a:ext cx="4062942" cy="1141984"/>
          </a:xfrm>
          <a:prstGeom prst="rect">
            <a:avLst/>
          </a:prstGeom>
        </p:spPr>
      </p:pic>
      <p:pic>
        <p:nvPicPr>
          <p:cNvPr id="7" name="图片 6"/>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4062942" y="0"/>
            <a:ext cx="4062942" cy="1141984"/>
          </a:xfrm>
          <a:prstGeom prst="rect">
            <a:avLst/>
          </a:prstGeom>
        </p:spPr>
      </p:pic>
      <p:sp>
        <p:nvSpPr>
          <p:cNvPr id="4" name="日期占位符 3"/>
          <p:cNvSpPr>
            <a:spLocks noGrp="1"/>
          </p:cNvSpPr>
          <p:nvPr>
            <p:ph type="dt" sz="half" idx="10"/>
            <p:custDataLst>
              <p:tags r:id="rId8"/>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9"/>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10"/>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
        <p:nvSpPr>
          <p:cNvPr id="9" name="矩形 8"/>
          <p:cNvSpPr/>
          <p:nvPr userDrawn="1">
            <p:custDataLst>
              <p:tags r:id="rId11"/>
            </p:custDataLst>
          </p:nvPr>
        </p:nvSpPr>
        <p:spPr>
          <a:xfrm>
            <a:off x="5291030" y="2750362"/>
            <a:ext cx="4547955" cy="1356642"/>
          </a:xfrm>
          <a:prstGeom prst="rect">
            <a:avLst/>
          </a:prstGeom>
          <a:solidFill>
            <a:schemeClr val="accent1">
              <a:alpha val="30000"/>
            </a:schemeClr>
          </a:solidFill>
          <a:ln w="12700" cap="flat" cmpd="sng" algn="ctr">
            <a:noFill/>
            <a:prstDash val="solid"/>
            <a:miter lim="800000"/>
          </a:ln>
          <a:effectLst/>
        </p:spPr>
        <p:txBody>
          <a:bodyPr wrap="square" lIns="323897" rIns="899716" anchor="ctr">
            <a:normAutofit/>
          </a:bodyPr>
          <a:lstStyle/>
          <a:p>
            <a:pPr marL="0" marR="0" lvl="0" indent="0" algn="l" defTabSz="866775" rtl="0" eaLnBrk="1" fontAlgn="base" latinLnBrk="0" hangingPunct="1">
              <a:lnSpc>
                <a:spcPct val="130000"/>
              </a:lnSpc>
              <a:spcBef>
                <a:spcPct val="0"/>
              </a:spcBef>
              <a:spcAft>
                <a:spcPct val="0"/>
              </a:spcAft>
              <a:buClrTx/>
              <a:buSzTx/>
              <a:buFontTx/>
              <a:buNone/>
            </a:pPr>
            <a:endParaRPr kumimoji="0" lang="zh-CN" altLang="en-US" sz="1400" b="0" i="0" kern="0" spc="20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 name="标题 2"/>
          <p:cNvSpPr>
            <a:spLocks noGrp="1"/>
          </p:cNvSpPr>
          <p:nvPr>
            <p:ph type="ctrTitle" idx="14" hasCustomPrompt="1"/>
            <p:custDataLst>
              <p:tags r:id="rId12"/>
            </p:custDataLst>
          </p:nvPr>
        </p:nvSpPr>
        <p:spPr>
          <a:xfrm>
            <a:off x="5444660" y="2804254"/>
            <a:ext cx="4240695" cy="714189"/>
          </a:xfrm>
        </p:spPr>
        <p:txBody>
          <a:bodyPr vert="horz" wrap="square" lIns="90170" tIns="46990" rIns="90170" bIns="46990" anchor="ctr" anchorCtr="0">
            <a:normAutofit/>
          </a:bodyPr>
          <a:lstStyle>
            <a:lvl1pPr marL="0" marR="0" indent="0" algn="l" defTabSz="914400" rtl="0" eaLnBrk="1" fontAlgn="auto" latinLnBrk="0" hangingPunct="1">
              <a:lnSpc>
                <a:spcPct val="120000"/>
              </a:lnSpc>
              <a:spcBef>
                <a:spcPct val="0"/>
              </a:spcBef>
              <a:spcAft>
                <a:spcPts val="0"/>
              </a:spcAft>
              <a:buClrTx/>
              <a:buSzPts val="3600"/>
              <a:buNone/>
              <a:defRPr sz="3600" b="0" spc="400">
                <a:solidFill>
                  <a:schemeClr val="tx1">
                    <a:lumMod val="85000"/>
                    <a:lumOff val="15000"/>
                  </a:schemeClr>
                </a:solidFill>
                <a:latin typeface="Arial" panose="020B0604020202020204" pitchFamily="34" charset="0"/>
                <a:ea typeface="汉仪旗黑-85S" panose="00020600040101010101" pitchFamily="18" charset="-122"/>
              </a:defRPr>
            </a:lvl1pPr>
          </a:lstStyle>
          <a:p>
            <a:r>
              <a:rPr lang="zh-CN" altLang="en-US"/>
              <a:t>编辑标题</a:t>
            </a:r>
            <a:endParaRPr lang="zh-CN" altLang="en-US"/>
          </a:p>
        </p:txBody>
      </p:sp>
      <p:sp>
        <p:nvSpPr>
          <p:cNvPr id="2" name="副标题 1"/>
          <p:cNvSpPr>
            <a:spLocks noGrp="1"/>
          </p:cNvSpPr>
          <p:nvPr>
            <p:ph type="subTitle" idx="13" hasCustomPrompt="1"/>
            <p:custDataLst>
              <p:tags r:id="rId13"/>
            </p:custDataLst>
          </p:nvPr>
        </p:nvSpPr>
        <p:spPr>
          <a:xfrm>
            <a:off x="5444977" y="3602410"/>
            <a:ext cx="4240695" cy="423435"/>
          </a:xfrm>
        </p:spPr>
        <p:txBody>
          <a:bodyPr vert="horz" wrap="square" lIns="90170" tIns="46990" rIns="90170" bIns="46990" anchor="t" anchorCtr="0">
            <a:normAutofit/>
          </a:bodyPr>
          <a:lstStyle>
            <a:lvl1pPr marL="0" marR="0" indent="0" algn="l" defTabSz="914400" rtl="0" eaLnBrk="1" fontAlgn="auto" latinLnBrk="0" hangingPunct="1">
              <a:lnSpc>
                <a:spcPct val="130000"/>
              </a:lnSpc>
              <a:spcBef>
                <a:spcPts val="0"/>
              </a:spcBef>
              <a:spcAft>
                <a:spcPts val="0"/>
              </a:spcAft>
              <a:buClrTx/>
              <a:buSzPts val="1600"/>
              <a:buFont typeface="Arial" panose="020B0604020202020204" pitchFamily="34" charset="0"/>
              <a:buNone/>
              <a:defRPr sz="1600" b="0" spc="200">
                <a:solidFill>
                  <a:schemeClr val="tx1">
                    <a:lumMod val="85000"/>
                    <a:lumOff val="15000"/>
                  </a:schemeClr>
                </a:solidFill>
                <a:latin typeface="Arial" panose="020B0604020202020204" pitchFamily="34" charset="0"/>
                <a:ea typeface="微软雅黑" panose="020B0503020204020204" pitchFamily="34" charset="-122"/>
              </a:defRPr>
            </a:lvl1pPr>
            <a:lvl2pPr marL="457200" indent="0" algn="ctr">
              <a:buNone/>
            </a:lvl2pPr>
            <a:lvl3pPr marL="914400" indent="0" algn="ctr">
              <a:buNone/>
            </a:lvl3pPr>
            <a:lvl4pPr marL="1370965" indent="0" algn="ctr">
              <a:buNone/>
            </a:lvl4pPr>
            <a:lvl5pPr marL="1828165" indent="0" algn="ctr">
              <a:buNone/>
            </a:lvl5pPr>
            <a:lvl6pPr marL="2285365" indent="0" algn="ctr">
              <a:buNone/>
            </a:lvl6pPr>
            <a:lvl7pPr marL="2742565" indent="0" algn="ctr">
              <a:buNone/>
            </a:lvl7pPr>
            <a:lvl8pPr marL="3199765" indent="0" algn="ctr">
              <a:buNone/>
            </a:lvl8pPr>
            <a:lvl9pPr marL="3656965" indent="0" algn="ctr">
              <a:buNone/>
            </a:lvl9pPr>
          </a:lstStyle>
          <a:p>
            <a:r>
              <a:rPr lang="zh-CN" altLang="en-US"/>
              <a:t>单击此处编辑副标题</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8"/>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8"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2" name="标题 1"/>
          <p:cNvSpPr>
            <a:spLocks noGrp="1"/>
          </p:cNvSpPr>
          <p:nvPr>
            <p:ph type="title"/>
            <p:custDataLst>
              <p:tags r:id="rId8"/>
            </p:custDataLst>
          </p:nvPr>
        </p:nvSpPr>
        <p:spPr>
          <a:xfrm>
            <a:off x="669708" y="443292"/>
            <a:ext cx="10849411" cy="441849"/>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9"/>
            </p:custDataLst>
          </p:nvPr>
        </p:nvSpPr>
        <p:spPr>
          <a:xfrm>
            <a:off x="669756" y="953210"/>
            <a:ext cx="5281866" cy="5387504"/>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10"/>
            </p:custDataLst>
          </p:nvPr>
        </p:nvSpPr>
        <p:spPr>
          <a:xfrm>
            <a:off x="6237252" y="953210"/>
            <a:ext cx="5281866" cy="5387504"/>
          </a:xfrm>
        </p:spPr>
        <p:txBody>
          <a:bodyPr wrap="square" lIns="90170" tIns="46990" rIns="90170" bIns="46990">
            <a:normAutofit/>
          </a:bodyPr>
          <a:lstStyle>
            <a:lvl1pPr eaLnBrk="1" fontAlgn="auto" latinLnBrk="0" hangingPunct="1">
              <a:defRPr sz="1600">
                <a:solidFill>
                  <a:schemeClr val="tx1"/>
                </a:solidFill>
                <a:latin typeface="Arial" panose="020B0604020202020204" pitchFamily="34" charset="0"/>
                <a:ea typeface="微软雅黑" panose="020B0503020204020204" pitchFamily="34" charset="-122"/>
              </a:defRPr>
            </a:lvl1pPr>
            <a:lvl2pPr eaLnBrk="1" fontAlgn="auto" latinLnBrk="0" hangingPunct="1">
              <a:defRPr sz="1600">
                <a:solidFill>
                  <a:schemeClr val="tx1"/>
                </a:solidFill>
                <a:latin typeface="Arial" panose="020B0604020202020204" pitchFamily="34" charset="0"/>
                <a:ea typeface="微软雅黑" panose="020B0503020204020204" pitchFamily="34" charset="-122"/>
              </a:defRPr>
            </a:lvl2pPr>
            <a:lvl3pPr eaLnBrk="1" fontAlgn="auto" latinLnBrk="0" hangingPunct="1">
              <a:defRPr sz="1600">
                <a:solidFill>
                  <a:schemeClr val="tx1"/>
                </a:solidFill>
                <a:latin typeface="Arial" panose="020B0604020202020204" pitchFamily="34" charset="0"/>
                <a:ea typeface="微软雅黑" panose="020B0503020204020204" pitchFamily="34" charset="-122"/>
              </a:defRPr>
            </a:lvl3pPr>
            <a:lvl4pPr eaLnBrk="1" fontAlgn="auto" latinLnBrk="0" hangingPunct="1">
              <a:defRPr sz="1600">
                <a:solidFill>
                  <a:schemeClr val="tx1"/>
                </a:solidFill>
                <a:latin typeface="Arial" panose="020B0604020202020204" pitchFamily="34" charset="0"/>
                <a:ea typeface="微软雅黑" panose="020B0503020204020204" pitchFamily="34" charset="-122"/>
              </a:defRPr>
            </a:lvl4pPr>
            <a:lvl5pPr eaLnBrk="1" fontAlgn="auto" latinLnBrk="0" hangingPunct="1">
              <a:defRPr sz="160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11"/>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2"/>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7" name="灯片编号占位符 6"/>
          <p:cNvSpPr>
            <a:spLocks noGrp="1"/>
          </p:cNvSpPr>
          <p:nvPr>
            <p:ph type="sldNum" sz="quarter" idx="12"/>
            <p:custDataLst>
              <p:tags r:id="rId13"/>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10"/>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10" name="图片 9"/>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2" name="标题 1"/>
          <p:cNvSpPr>
            <a:spLocks noGrp="1"/>
          </p:cNvSpPr>
          <p:nvPr>
            <p:ph type="title"/>
            <p:custDataLst>
              <p:tags r:id="rId8"/>
            </p:custDataLst>
          </p:nvPr>
        </p:nvSpPr>
        <p:spPr>
          <a:xfrm>
            <a:off x="669708" y="443292"/>
            <a:ext cx="10849411" cy="441849"/>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9"/>
            </p:custDataLst>
          </p:nvPr>
        </p:nvSpPr>
        <p:spPr>
          <a:xfrm>
            <a:off x="669756" y="952558"/>
            <a:ext cx="5281866" cy="380904"/>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0965" indent="0">
              <a:buNone/>
              <a:defRPr sz="1600" b="1"/>
            </a:lvl4pPr>
            <a:lvl5pPr marL="1828165"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10"/>
            </p:custDataLst>
          </p:nvPr>
        </p:nvSpPr>
        <p:spPr>
          <a:xfrm>
            <a:off x="669751" y="1407168"/>
            <a:ext cx="5281824" cy="493346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11"/>
            </p:custDataLst>
          </p:nvPr>
        </p:nvSpPr>
        <p:spPr>
          <a:xfrm>
            <a:off x="6234126" y="952558"/>
            <a:ext cx="5281866" cy="380904"/>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0965" indent="0">
              <a:buNone/>
              <a:defRPr sz="1600" b="1"/>
            </a:lvl4pPr>
            <a:lvl5pPr marL="1828165"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2"/>
            </p:custDataLst>
          </p:nvPr>
        </p:nvSpPr>
        <p:spPr>
          <a:xfrm>
            <a:off x="6234126" y="1407168"/>
            <a:ext cx="5281866" cy="493346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3"/>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4"/>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9" name="灯片编号占位符 8"/>
          <p:cNvSpPr>
            <a:spLocks noGrp="1"/>
          </p:cNvSpPr>
          <p:nvPr>
            <p:ph type="sldNum" sz="quarter" idx="12"/>
            <p:custDataLst>
              <p:tags r:id="rId15"/>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6"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8577321" y="1397529"/>
            <a:ext cx="3611504" cy="4062942"/>
          </a:xfrm>
          <a:prstGeom prst="rect">
            <a:avLst/>
          </a:prstGeom>
        </p:spPr>
      </p:pic>
      <p:sp>
        <p:nvSpPr>
          <p:cNvPr id="2" name="标题 1"/>
          <p:cNvSpPr>
            <a:spLocks noGrp="1"/>
          </p:cNvSpPr>
          <p:nvPr>
            <p:ph type="title"/>
            <p:custDataLst>
              <p:tags r:id="rId5"/>
            </p:custDataLst>
          </p:nvPr>
        </p:nvSpPr>
        <p:spPr>
          <a:xfrm>
            <a:off x="669708" y="443288"/>
            <a:ext cx="10849411" cy="441849"/>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6"/>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8"/>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4" name="灯片编号占位符 3"/>
          <p:cNvSpPr>
            <a:spLocks noGrp="1"/>
          </p:cNvSpPr>
          <p:nvPr>
            <p:ph type="sldNum" sz="quarter" idx="12"/>
            <p:custDataLst>
              <p:tags r:id="rId4"/>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8"/>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8"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2" name="标题 1"/>
          <p:cNvSpPr>
            <a:spLocks noGrp="1"/>
          </p:cNvSpPr>
          <p:nvPr>
            <p:ph type="title"/>
            <p:custDataLst>
              <p:tags r:id="rId8"/>
            </p:custDataLst>
          </p:nvPr>
        </p:nvSpPr>
        <p:spPr>
          <a:xfrm>
            <a:off x="669756" y="443292"/>
            <a:ext cx="10849411" cy="441849"/>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9"/>
            </p:custDataLst>
          </p:nvPr>
        </p:nvSpPr>
        <p:spPr>
          <a:xfrm>
            <a:off x="669756" y="953210"/>
            <a:ext cx="5281866" cy="5387504"/>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10"/>
            </p:custDataLst>
          </p:nvPr>
        </p:nvSpPr>
        <p:spPr>
          <a:xfrm>
            <a:off x="6237300" y="953210"/>
            <a:ext cx="5281866" cy="5387504"/>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11"/>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2"/>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12"/>
            <p:custDataLst>
              <p:tags r:id="rId13"/>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7" name="图片 6"/>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2" name="竖排标题 1"/>
          <p:cNvSpPr>
            <a:spLocks noGrp="1"/>
          </p:cNvSpPr>
          <p:nvPr>
            <p:ph type="title" orient="vert"/>
            <p:custDataLst>
              <p:tags r:id="rId8"/>
            </p:custDataLst>
          </p:nvPr>
        </p:nvSpPr>
        <p:spPr>
          <a:xfrm>
            <a:off x="10568382" y="953210"/>
            <a:ext cx="950736" cy="5387504"/>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9"/>
            </p:custDataLst>
          </p:nvPr>
        </p:nvSpPr>
        <p:spPr>
          <a:xfrm>
            <a:off x="669751" y="953202"/>
            <a:ext cx="9825542" cy="5387504"/>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pitchFamily="34" charset="-122"/>
              </a:defRPr>
            </a:lvl1pPr>
            <a:lvl2pPr indent="0" eaLnBrk="1" fontAlgn="auto" latinLnBrk="0" hangingPunct="1">
              <a:defRPr>
                <a:solidFill>
                  <a:schemeClr val="tx1"/>
                </a:solidFill>
                <a:latin typeface="Arial" panose="020B0604020202020204" pitchFamily="34" charset="0"/>
                <a:ea typeface="微软雅黑" panose="020B0503020204020204" pitchFamily="34" charset="-122"/>
              </a:defRPr>
            </a:lvl2pPr>
            <a:lvl3pPr indent="0" eaLnBrk="1" fontAlgn="auto" latinLnBrk="0" hangingPunct="1">
              <a:defRPr>
                <a:solidFill>
                  <a:schemeClr val="tx1"/>
                </a:solidFill>
                <a:latin typeface="Arial" panose="020B0604020202020204" pitchFamily="34" charset="0"/>
                <a:ea typeface="微软雅黑" panose="020B0503020204020204" pitchFamily="34" charset="-122"/>
              </a:defRPr>
            </a:lvl3pPr>
            <a:lvl4pPr indent="0" eaLnBrk="1" fontAlgn="auto" latinLnBrk="0" hangingPunct="1">
              <a:defRPr>
                <a:solidFill>
                  <a:schemeClr val="tx1"/>
                </a:solidFill>
                <a:latin typeface="Arial" panose="020B0604020202020204" pitchFamily="34" charset="0"/>
                <a:ea typeface="微软雅黑" panose="020B0503020204020204" pitchFamily="34" charset="-122"/>
              </a:defRPr>
            </a:lvl4pPr>
            <a:lvl5pPr indent="0" eaLnBrk="1" fontAlgn="auto" latinLnBrk="0" hangingPunct="1">
              <a:defRPr>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10"/>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12"/>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6" name="图片 5"/>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3" name="日期占位符 2"/>
          <p:cNvSpPr>
            <a:spLocks noGrp="1"/>
          </p:cNvSpPr>
          <p:nvPr>
            <p:ph type="dt" sz="half" idx="10"/>
            <p:custDataLst>
              <p:tags r:id="rId8"/>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10"/>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1"/>
            </p:custDataLst>
          </p:nvPr>
        </p:nvSpPr>
        <p:spPr>
          <a:xfrm>
            <a:off x="669756" y="953210"/>
            <a:ext cx="10849411" cy="5387504"/>
          </a:xfrm>
        </p:spPr>
        <p:txBody>
          <a:bodyPr wrap="square">
            <a:norm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0" y="0"/>
            <a:ext cx="12188825" cy="6858000"/>
          </a:xfrm>
          <a:prstGeom prst="rect">
            <a:avLst/>
          </a:prstGeom>
        </p:spPr>
      </p:pic>
      <p:sp>
        <p:nvSpPr>
          <p:cNvPr id="3" name="日期占位符 2"/>
          <p:cNvSpPr>
            <a:spLocks noGrp="1"/>
          </p:cNvSpPr>
          <p:nvPr>
            <p:ph type="dt" sz="half" idx="10"/>
            <p:custDataLst>
              <p:tags r:id="rId5"/>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7"/>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a:p>
        </p:txBody>
      </p:sp>
      <p:sp>
        <p:nvSpPr>
          <p:cNvPr id="7" name="文本占位符 6"/>
          <p:cNvSpPr>
            <a:spLocks noGrp="1"/>
          </p:cNvSpPr>
          <p:nvPr>
            <p:ph type="body" idx="14" hasCustomPrompt="1"/>
            <p:custDataLst>
              <p:tags r:id="rId8"/>
            </p:custDataLst>
          </p:nvPr>
        </p:nvSpPr>
        <p:spPr>
          <a:xfrm>
            <a:off x="1147146" y="3834191"/>
            <a:ext cx="4358775" cy="468508"/>
          </a:xfrm>
        </p:spPr>
        <p:txBody>
          <a:bodyPr vert="horz" wrap="square" lIns="90170" tIns="46990" rIns="90170" bIns="46990" anchor="t" anchorCtr="0">
            <a:normAutofit/>
          </a:bodyPr>
          <a:lstStyle>
            <a:lvl1pPr marL="457200" marR="0" indent="-457200" algn="l" rtl="0" eaLnBrk="1" fontAlgn="auto">
              <a:lnSpc>
                <a:spcPct val="100000"/>
              </a:lnSpc>
              <a:spcBef>
                <a:spcPts val="0"/>
              </a:spcBef>
              <a:spcAft>
                <a:spcPts val="0"/>
              </a:spcAft>
              <a:buClrTx/>
              <a:buSzPts val="2000"/>
              <a:buFont typeface="Arial" panose="020B0604020202020204" pitchFamily="34" charset="0"/>
              <a:buNone/>
              <a:defRPr sz="2000" b="0" spc="200">
                <a:solidFill>
                  <a:schemeClr val="bg1"/>
                </a:solidFill>
                <a:latin typeface="Arial" panose="020B0604020202020204" pitchFamily="34" charset="0"/>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
                <a:schemeClr val="tx1">
                  <a:lumMod val="65000"/>
                  <a:lumOff val="35000"/>
                </a:schemeClr>
              </a:buClr>
              <a:buSzPts val="2000"/>
              <a:buFont typeface="Arial" panose="020B0604020202020204" pitchFamily="34" charset="0"/>
              <a:buNone/>
            </a:pPr>
            <a:r>
              <a:rPr lang="zh-CN" altLang="en-US"/>
              <a:t>单击此处编辑文本</a:t>
            </a:r>
            <a:endParaRPr lang="zh-CN" altLang="en-US"/>
          </a:p>
        </p:txBody>
      </p:sp>
      <p:sp>
        <p:nvSpPr>
          <p:cNvPr id="2" name="标题 1"/>
          <p:cNvSpPr>
            <a:spLocks noGrp="1"/>
          </p:cNvSpPr>
          <p:nvPr>
            <p:ph type="title" idx="13" hasCustomPrompt="1"/>
            <p:custDataLst>
              <p:tags r:id="rId9"/>
            </p:custDataLst>
          </p:nvPr>
        </p:nvSpPr>
        <p:spPr>
          <a:xfrm>
            <a:off x="1146829" y="2555711"/>
            <a:ext cx="4358775" cy="1171905"/>
          </a:xfrm>
        </p:spPr>
        <p:txBody>
          <a:bodyPr vert="horz" wrap="square" lIns="90170" tIns="46990" rIns="90170" bIns="46990" anchor="b" anchorCtr="0">
            <a:normAutofit/>
          </a:bodyPr>
          <a:lstStyle>
            <a:lvl1pPr marL="0" marR="0" indent="0" algn="l" defTabSz="914400" rtl="0" eaLnBrk="1" fontAlgn="auto" latinLnBrk="0" hangingPunct="1">
              <a:lnSpc>
                <a:spcPct val="100000"/>
              </a:lnSpc>
              <a:spcBef>
                <a:spcPct val="0"/>
              </a:spcBef>
              <a:spcAft>
                <a:spcPts val="0"/>
              </a:spcAft>
              <a:buClrTx/>
              <a:buSzPts val="6600"/>
              <a:buFont typeface="Arial" panose="020B0604020202020204" pitchFamily="34" charset="0"/>
              <a:buNone/>
              <a:defRPr sz="6600" b="0" spc="700">
                <a:solidFill>
                  <a:schemeClr val="bg1"/>
                </a:solidFill>
                <a:latin typeface="Arial" panose="020B0604020202020204" pitchFamily="34" charset="0"/>
                <a:ea typeface="汉仪旗黑-85S" panose="00020600040101010101" pitchFamily="18" charset="-122"/>
              </a:defRPr>
            </a:lvl1pPr>
          </a:lstStyle>
          <a:p>
            <a:r>
              <a:rPr lang="zh-CN" altLang="en-US"/>
              <a:t>编辑标题</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6" name="图片 5"/>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2" name="标题 1"/>
          <p:cNvSpPr>
            <a:spLocks noGrp="1"/>
          </p:cNvSpPr>
          <p:nvPr>
            <p:ph type="title"/>
            <p:custDataLst>
              <p:tags r:id="rId8"/>
            </p:custDataLst>
          </p:nvPr>
        </p:nvSpPr>
        <p:spPr>
          <a:xfrm>
            <a:off x="669708" y="443288"/>
            <a:ext cx="10849411" cy="441849"/>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291999" y="303809"/>
            <a:ext cx="11604828" cy="6250382"/>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p>
        </p:txBody>
      </p:sp>
      <p:pic>
        <p:nvPicPr>
          <p:cNvPr id="9" name="图片 8"/>
          <p:cNvPicPr/>
          <p:nvPr userDrawn="1">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8" name="图片 7"/>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2" name="标题 1"/>
          <p:cNvSpPr>
            <a:spLocks noGrp="1"/>
          </p:cNvSpPr>
          <p:nvPr>
            <p:ph type="title" hasCustomPrompt="1"/>
            <p:custDataLst>
              <p:tags r:id="rId9"/>
            </p:custDataLst>
          </p:nvPr>
        </p:nvSpPr>
        <p:spPr>
          <a:xfrm>
            <a:off x="1281266" y="1249294"/>
            <a:ext cx="9623893" cy="723412"/>
          </a:xfrm>
        </p:spPr>
        <p:txBody>
          <a:bodyPr wrap="square" anchor="ctr">
            <a:normAutofit/>
          </a:bodyPr>
          <a:lstStyle>
            <a:lvl1pPr>
              <a:defRPr sz="320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10"/>
            </p:custDataLst>
          </p:nvPr>
        </p:nvSpPr>
        <p:spPr>
          <a:xfrm>
            <a:off x="1280779" y="2164049"/>
            <a:ext cx="9624093" cy="3444303"/>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1"/>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2"/>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3"/>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4823347" cy="68580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p>
        </p:txBody>
      </p:sp>
      <p:pic>
        <p:nvPicPr>
          <p:cNvPr id="8" name="图片 7"/>
          <p:cNvPicPr/>
          <p:nvPr userDrawn="1">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2" name="标题 1"/>
          <p:cNvSpPr>
            <a:spLocks noGrp="1"/>
          </p:cNvSpPr>
          <p:nvPr>
            <p:ph type="title" hasCustomPrompt="1"/>
            <p:custDataLst>
              <p:tags r:id="rId6"/>
            </p:custDataLst>
          </p:nvPr>
        </p:nvSpPr>
        <p:spPr>
          <a:xfrm>
            <a:off x="583048" y="770515"/>
            <a:ext cx="3958969" cy="881770"/>
          </a:xfrm>
        </p:spPr>
        <p:txBody>
          <a:bodyPr wrap="square" anchor="ctr" anchorCtr="0">
            <a:normAutofit/>
          </a:bodyPr>
          <a:lstStyle>
            <a:lvl1pPr>
              <a:defRPr sz="3600" baseline="0">
                <a:solidFill>
                  <a:schemeClr val="tx1"/>
                </a:solidFill>
                <a:latin typeface="Arial" panose="020B060402020202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7"/>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586647" y="1764533"/>
            <a:ext cx="3955370" cy="4092134"/>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5099872" y="770600"/>
            <a:ext cx="6478313" cy="5086612"/>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88825" cy="2664333"/>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p>
        </p:txBody>
      </p:sp>
      <p:pic>
        <p:nvPicPr>
          <p:cNvPr id="10" name="图片 9"/>
          <p:cNvPicPr/>
          <p:nvPr userDrawn="1">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8" name="图片 7"/>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2" name="标题 1"/>
          <p:cNvSpPr>
            <a:spLocks noGrp="1"/>
          </p:cNvSpPr>
          <p:nvPr>
            <p:ph type="title"/>
            <p:custDataLst>
              <p:tags r:id="rId9"/>
            </p:custDataLst>
          </p:nvPr>
        </p:nvSpPr>
        <p:spPr>
          <a:xfrm>
            <a:off x="611841" y="781282"/>
            <a:ext cx="10973542" cy="626237"/>
          </a:xfrm>
        </p:spPr>
        <p:txBody>
          <a:bodyPr wrap="square" anchor="ctr">
            <a:normAutofit/>
          </a:bodyPr>
          <a:lstStyle>
            <a:lvl1pPr algn="ctr">
              <a:defRPr sz="3600" baseline="0">
                <a:solidFill>
                  <a:schemeClr val="tx1"/>
                </a:solidFill>
                <a:latin typeface="Arial" panose="020B0604020202020204" pitchFamily="34" charset="0"/>
                <a:ea typeface="微软雅黑" panose="020B0503020204020204" pitchFamily="3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10"/>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611841" y="1659708"/>
            <a:ext cx="10973117" cy="827784"/>
          </a:xfrm>
        </p:spPr>
        <p:txBody>
          <a:bodyPr wrap="square">
            <a:normAutofit/>
          </a:bodyPr>
          <a:lstStyle>
            <a:lvl1pPr algn="ct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4"/>
            </p:custDataLst>
          </p:nvPr>
        </p:nvSpPr>
        <p:spPr>
          <a:xfrm>
            <a:off x="612615" y="2808447"/>
            <a:ext cx="10962744" cy="3429907"/>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5028971"/>
            <a:ext cx="12188825" cy="1829029"/>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p>
        </p:txBody>
      </p:sp>
      <p:pic>
        <p:nvPicPr>
          <p:cNvPr id="10" name="图片 9"/>
          <p:cNvPicPr/>
          <p:nvPr userDrawn="1">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8" name="图片 7"/>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2" name="标题 1"/>
          <p:cNvSpPr>
            <a:spLocks noGrp="1"/>
          </p:cNvSpPr>
          <p:nvPr>
            <p:ph type="title"/>
            <p:custDataLst>
              <p:tags r:id="rId9"/>
            </p:custDataLst>
          </p:nvPr>
        </p:nvSpPr>
        <p:spPr>
          <a:xfrm>
            <a:off x="604643" y="669674"/>
            <a:ext cx="10973542" cy="565053"/>
          </a:xfrm>
        </p:spPr>
        <p:txBody>
          <a:bodyPr wrap="square" anchor="ctr" anchorCtr="0">
            <a:normAutofit/>
          </a:bodyPr>
          <a:lstStyle>
            <a:lvl1pPr algn="ctr">
              <a:defRPr sz="320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604679" y="1681618"/>
            <a:ext cx="10987938" cy="3210364"/>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4"/>
            </p:custDataLst>
          </p:nvPr>
        </p:nvSpPr>
        <p:spPr>
          <a:xfrm>
            <a:off x="593845" y="5180532"/>
            <a:ext cx="10998735" cy="1011337"/>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0"/>
            <a:ext cx="12188825" cy="9144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p>
        </p:txBody>
      </p:sp>
      <p:pic>
        <p:nvPicPr>
          <p:cNvPr id="12" name="图片 11"/>
          <p:cNvPicPr/>
          <p:nvPr userDrawn="1">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11468923" y="6405430"/>
            <a:ext cx="719902" cy="452571"/>
          </a:xfrm>
          <a:prstGeom prst="rect">
            <a:avLst/>
          </a:prstGeom>
        </p:spPr>
      </p:pic>
      <p:pic>
        <p:nvPicPr>
          <p:cNvPr id="10" name="图片 9"/>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0" y="6405430"/>
            <a:ext cx="719902" cy="452571"/>
          </a:xfrm>
          <a:prstGeom prst="rect">
            <a:avLst/>
          </a:prstGeom>
        </p:spPr>
      </p:pic>
      <p:sp>
        <p:nvSpPr>
          <p:cNvPr id="2" name="标题 1"/>
          <p:cNvSpPr>
            <a:spLocks noGrp="1"/>
          </p:cNvSpPr>
          <p:nvPr>
            <p:ph type="title"/>
            <p:custDataLst>
              <p:tags r:id="rId9"/>
            </p:custDataLst>
          </p:nvPr>
        </p:nvSpPr>
        <p:spPr>
          <a:xfrm>
            <a:off x="579449" y="237658"/>
            <a:ext cx="11034726" cy="441849"/>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579449" y="1663577"/>
            <a:ext cx="5341009" cy="2893646"/>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4"/>
            </p:custDataLst>
          </p:nvPr>
        </p:nvSpPr>
        <p:spPr>
          <a:xfrm>
            <a:off x="6240774" y="1663577"/>
            <a:ext cx="5366202" cy="2893646"/>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5"/>
            </p:custDataLst>
          </p:nvPr>
        </p:nvSpPr>
        <p:spPr>
          <a:xfrm>
            <a:off x="572251" y="4816902"/>
            <a:ext cx="5341009" cy="780997"/>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6"/>
            </p:custDataLst>
          </p:nvPr>
        </p:nvSpPr>
        <p:spPr>
          <a:xfrm>
            <a:off x="6251572" y="4813302"/>
            <a:ext cx="5366202" cy="780997"/>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4336"/>
            <a:ext cx="12188825" cy="4949329"/>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p>
        </p:txBody>
      </p:sp>
      <p:pic>
        <p:nvPicPr>
          <p:cNvPr id="9" name="图片 8"/>
          <p:cNvPicPr/>
          <p:nvPr userDrawn="1">
            <p:custDataLst>
              <p:tags r:id="rId3"/>
            </p:custDataLst>
          </p:nvPr>
        </p:nvPicPr>
        <p:blipFill>
          <a:blip r:embed="rId4" r:link="rId5">
            <a:extLst>
              <a:ext uri="{28A0092B-C50C-407E-A947-70E740481C1C}">
                <a14:useLocalDpi xmlns:a14="http://schemas.microsoft.com/office/drawing/2010/main" val="0"/>
              </a:ext>
            </a:extLst>
          </a:blip>
          <a:stretch>
            <a:fillRect/>
          </a:stretch>
        </p:blipFill>
        <p:spPr>
          <a:xfrm>
            <a:off x="10569044" y="5839716"/>
            <a:ext cx="1619780" cy="1018284"/>
          </a:xfrm>
          <a:prstGeom prst="rect">
            <a:avLst/>
          </a:prstGeom>
        </p:spPr>
      </p:pic>
      <p:pic>
        <p:nvPicPr>
          <p:cNvPr id="8" name="图片 7"/>
          <p:cNvPicPr/>
          <p:nvPr userDrawn="1">
            <p:custDataLst>
              <p:tags r:id="rId6"/>
            </p:custDataLst>
          </p:nvPr>
        </p:nvPicPr>
        <p:blipFill>
          <a:blip r:embed="rId7" r:link="rId8">
            <a:extLst>
              <a:ext uri="{28A0092B-C50C-407E-A947-70E740481C1C}">
                <a14:useLocalDpi xmlns:a14="http://schemas.microsoft.com/office/drawing/2010/main" val="0"/>
              </a:ext>
            </a:extLst>
          </a:blip>
          <a:stretch>
            <a:fillRect/>
          </a:stretch>
        </p:blipFill>
        <p:spPr>
          <a:xfrm>
            <a:off x="0" y="5839716"/>
            <a:ext cx="1619780" cy="1018284"/>
          </a:xfrm>
          <a:prstGeom prst="rect">
            <a:avLst/>
          </a:prstGeom>
        </p:spPr>
      </p:pic>
      <p:sp>
        <p:nvSpPr>
          <p:cNvPr id="2" name="标题 1"/>
          <p:cNvSpPr>
            <a:spLocks noGrp="1"/>
          </p:cNvSpPr>
          <p:nvPr>
            <p:ph type="title" hasCustomPrompt="1"/>
            <p:custDataLst>
              <p:tags r:id="rId9"/>
            </p:custDataLst>
          </p:nvPr>
        </p:nvSpPr>
        <p:spPr>
          <a:xfrm>
            <a:off x="1522403" y="1339511"/>
            <a:ext cx="9141619" cy="2386178"/>
          </a:xfrm>
        </p:spPr>
        <p:txBody>
          <a:bodyPr wrap="square" anchor="b">
            <a:normAutofit/>
          </a:bodyPr>
          <a:lstStyle>
            <a:lvl1pPr algn="ctr">
              <a:defRPr sz="600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0"/>
            </p:custDataLst>
          </p:nvPr>
        </p:nvSpPr>
        <p:spPr>
          <a:xfrm>
            <a:off x="879513"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4114928" y="6349874"/>
            <a:ext cx="3958969" cy="316718"/>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8608358" y="6349874"/>
            <a:ext cx="2699297" cy="316718"/>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1522017" y="3863016"/>
            <a:ext cx="9141619" cy="1655569"/>
          </a:xfrm>
        </p:spPr>
        <p:txBody>
          <a:bodyPr wrap="square">
            <a:normAutofit/>
          </a:bodyPr>
          <a:lstStyle>
            <a:lvl1pPr algn="ct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5" Type="http://schemas.openxmlformats.org/officeDocument/2006/relationships/theme" Target="../theme/theme2.xml"/><Relationship Id="rId24" Type="http://schemas.openxmlformats.org/officeDocument/2006/relationships/tags" Target="../tags/tag142.xml"/><Relationship Id="rId23" Type="http://schemas.openxmlformats.org/officeDocument/2006/relationships/tags" Target="../tags/tag141.xml"/><Relationship Id="rId22" Type="http://schemas.openxmlformats.org/officeDocument/2006/relationships/tags" Target="../tags/tag140.xml"/><Relationship Id="rId21" Type="http://schemas.openxmlformats.org/officeDocument/2006/relationships/tags" Target="../tags/tag139.xml"/><Relationship Id="rId20" Type="http://schemas.openxmlformats.org/officeDocument/2006/relationships/tags" Target="../tags/tag138.xml"/><Relationship Id="rId2" Type="http://schemas.openxmlformats.org/officeDocument/2006/relationships/slideLayout" Target="../slideLayouts/slideLayout10.xml"/><Relationship Id="rId19" Type="http://schemas.openxmlformats.org/officeDocument/2006/relationships/tags" Target="../tags/tag137.xml"/><Relationship Id="rId18" Type="http://schemas.openxmlformats.org/officeDocument/2006/relationships/slideLayout" Target="../slideLayouts/slideLayout26.xml"/><Relationship Id="rId17" Type="http://schemas.openxmlformats.org/officeDocument/2006/relationships/slideLayout" Target="../slideLayouts/slideLayout25.xml"/><Relationship Id="rId16" Type="http://schemas.openxmlformats.org/officeDocument/2006/relationships/slideLayout" Target="../slideLayouts/slideLayout24.xml"/><Relationship Id="rId15" Type="http://schemas.openxmlformats.org/officeDocument/2006/relationships/slideLayout" Target="../slideLayouts/slideLayout23.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accent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6096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609600" rtl="0" eaLnBrk="1" latinLnBrk="0" hangingPunct="1">
        <a:spcBef>
          <a:spcPct val="20000"/>
        </a:spcBef>
        <a:buFont typeface="Arial" panose="020B0604020202020204"/>
        <a:buChar char="•"/>
        <a:defRPr sz="4300" kern="1200">
          <a:solidFill>
            <a:schemeClr val="tx1"/>
          </a:solidFill>
          <a:latin typeface="+mn-lt"/>
          <a:ea typeface="+mn-ea"/>
          <a:cs typeface="+mn-cs"/>
        </a:defRPr>
      </a:lvl1pPr>
      <a:lvl2pPr marL="990600" indent="-381000" algn="l" defTabSz="609600" rtl="0" eaLnBrk="1" latinLnBrk="0" hangingPunct="1">
        <a:spcBef>
          <a:spcPct val="20000"/>
        </a:spcBef>
        <a:buFont typeface="Arial" panose="020B0604020202020204"/>
        <a:buChar char="–"/>
        <a:defRPr sz="3700" kern="1200">
          <a:solidFill>
            <a:schemeClr val="tx1"/>
          </a:solidFill>
          <a:latin typeface="+mn-lt"/>
          <a:ea typeface="+mn-ea"/>
          <a:cs typeface="+mn-cs"/>
        </a:defRPr>
      </a:lvl2pPr>
      <a:lvl3pPr marL="1523365" indent="-304800" algn="l" defTabSz="609600" rtl="0" eaLnBrk="1" latinLnBrk="0" hangingPunct="1">
        <a:spcBef>
          <a:spcPct val="20000"/>
        </a:spcBef>
        <a:buFont typeface="Arial" panose="020B0604020202020204"/>
        <a:buChar char="•"/>
        <a:defRPr sz="3200" kern="1200">
          <a:solidFill>
            <a:schemeClr val="tx1"/>
          </a:solidFill>
          <a:latin typeface="+mn-lt"/>
          <a:ea typeface="+mn-ea"/>
          <a:cs typeface="+mn-cs"/>
        </a:defRPr>
      </a:lvl3pPr>
      <a:lvl4pPr marL="2132965" indent="-304800" algn="l" defTabSz="609600" rtl="0" eaLnBrk="1" latinLnBrk="0" hangingPunct="1">
        <a:spcBef>
          <a:spcPct val="20000"/>
        </a:spcBef>
        <a:buFont typeface="Arial" panose="020B0604020202020204"/>
        <a:buChar char="–"/>
        <a:defRPr sz="2700" kern="1200">
          <a:solidFill>
            <a:schemeClr val="tx1"/>
          </a:solidFill>
          <a:latin typeface="+mn-lt"/>
          <a:ea typeface="+mn-ea"/>
          <a:cs typeface="+mn-cs"/>
        </a:defRPr>
      </a:lvl4pPr>
      <a:lvl5pPr marL="2742565" indent="-304800" algn="l" defTabSz="609600" rtl="0" eaLnBrk="1" latinLnBrk="0" hangingPunct="1">
        <a:spcBef>
          <a:spcPct val="20000"/>
        </a:spcBef>
        <a:buFont typeface="Arial" panose="020B0604020202020204"/>
        <a:buChar char="»"/>
        <a:defRPr sz="2700" kern="1200">
          <a:solidFill>
            <a:schemeClr val="tx1"/>
          </a:solidFill>
          <a:latin typeface="+mn-lt"/>
          <a:ea typeface="+mn-ea"/>
          <a:cs typeface="+mn-cs"/>
        </a:defRPr>
      </a:lvl5pPr>
      <a:lvl6pPr marL="3352165" indent="-304800" algn="l" defTabSz="609600" rtl="0" eaLnBrk="1" latinLnBrk="0" hangingPunct="1">
        <a:spcBef>
          <a:spcPct val="20000"/>
        </a:spcBef>
        <a:buFont typeface="Arial" panose="020B0604020202020204"/>
        <a:buChar char="•"/>
        <a:defRPr sz="2700" kern="1200">
          <a:solidFill>
            <a:schemeClr val="tx1"/>
          </a:solidFill>
          <a:latin typeface="+mn-lt"/>
          <a:ea typeface="+mn-ea"/>
          <a:cs typeface="+mn-cs"/>
        </a:defRPr>
      </a:lvl6pPr>
      <a:lvl7pPr marL="3961765" indent="-304800" algn="l" defTabSz="609600" rtl="0" eaLnBrk="1" latinLnBrk="0" hangingPunct="1">
        <a:spcBef>
          <a:spcPct val="20000"/>
        </a:spcBef>
        <a:buFont typeface="Arial" panose="020B0604020202020204"/>
        <a:buChar char="•"/>
        <a:defRPr sz="2700" kern="1200">
          <a:solidFill>
            <a:schemeClr val="tx1"/>
          </a:solidFill>
          <a:latin typeface="+mn-lt"/>
          <a:ea typeface="+mn-ea"/>
          <a:cs typeface="+mn-cs"/>
        </a:defRPr>
      </a:lvl7pPr>
      <a:lvl8pPr marL="4570730" indent="-304800" algn="l" defTabSz="609600" rtl="0" eaLnBrk="1" latinLnBrk="0" hangingPunct="1">
        <a:spcBef>
          <a:spcPct val="20000"/>
        </a:spcBef>
        <a:buFont typeface="Arial" panose="020B0604020202020204"/>
        <a:buChar char="•"/>
        <a:defRPr sz="2700" kern="1200">
          <a:solidFill>
            <a:schemeClr val="tx1"/>
          </a:solidFill>
          <a:latin typeface="+mn-lt"/>
          <a:ea typeface="+mn-ea"/>
          <a:cs typeface="+mn-cs"/>
        </a:defRPr>
      </a:lvl8pPr>
      <a:lvl9pPr marL="5180330" indent="-304800" algn="l" defTabSz="609600" rtl="0" eaLnBrk="1" latinLnBrk="0" hangingPunct="1">
        <a:spcBef>
          <a:spcPct val="20000"/>
        </a:spcBef>
        <a:buFont typeface="Arial" panose="020B0604020202020204"/>
        <a:buChar char="•"/>
        <a:defRPr sz="2700" kern="1200">
          <a:solidFill>
            <a:schemeClr val="tx1"/>
          </a:solidFill>
          <a:latin typeface="+mn-lt"/>
          <a:ea typeface="+mn-ea"/>
          <a:cs typeface="+mn-cs"/>
        </a:defRPr>
      </a:lvl9pPr>
    </p:bodyStyle>
    <p:otherStyle>
      <a:defPPr>
        <a:defRPr lang="zh-CN"/>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165" algn="l" defTabSz="609600" rtl="0" eaLnBrk="1" latinLnBrk="0" hangingPunct="1">
        <a:defRPr sz="2400" kern="1200">
          <a:solidFill>
            <a:schemeClr val="tx1"/>
          </a:solidFill>
          <a:latin typeface="+mn-lt"/>
          <a:ea typeface="+mn-ea"/>
          <a:cs typeface="+mn-cs"/>
        </a:defRPr>
      </a:lvl4pPr>
      <a:lvl5pPr marL="2437765" algn="l" defTabSz="609600" rtl="0" eaLnBrk="1" latinLnBrk="0" hangingPunct="1">
        <a:defRPr sz="2400" kern="1200">
          <a:solidFill>
            <a:schemeClr val="tx1"/>
          </a:solidFill>
          <a:latin typeface="+mn-lt"/>
          <a:ea typeface="+mn-ea"/>
          <a:cs typeface="+mn-cs"/>
        </a:defRPr>
      </a:lvl5pPr>
      <a:lvl6pPr marL="3047365" algn="l" defTabSz="609600" rtl="0" eaLnBrk="1" latinLnBrk="0" hangingPunct="1">
        <a:defRPr sz="2400" kern="1200">
          <a:solidFill>
            <a:schemeClr val="tx1"/>
          </a:solidFill>
          <a:latin typeface="+mn-lt"/>
          <a:ea typeface="+mn-ea"/>
          <a:cs typeface="+mn-cs"/>
        </a:defRPr>
      </a:lvl6pPr>
      <a:lvl7pPr marL="3656965" algn="l" defTabSz="609600" rtl="0" eaLnBrk="1" latinLnBrk="0" hangingPunct="1">
        <a:defRPr sz="2400" kern="1200">
          <a:solidFill>
            <a:schemeClr val="tx1"/>
          </a:solidFill>
          <a:latin typeface="+mn-lt"/>
          <a:ea typeface="+mn-ea"/>
          <a:cs typeface="+mn-cs"/>
        </a:defRPr>
      </a:lvl7pPr>
      <a:lvl8pPr marL="4266565" algn="l" defTabSz="609600" rtl="0" eaLnBrk="1" latinLnBrk="0" hangingPunct="1">
        <a:defRPr sz="2400" kern="1200">
          <a:solidFill>
            <a:schemeClr val="tx1"/>
          </a:solidFill>
          <a:latin typeface="+mn-lt"/>
          <a:ea typeface="+mn-ea"/>
          <a:cs typeface="+mn-cs"/>
        </a:defRPr>
      </a:lvl8pPr>
      <a:lvl9pPr marL="4875530" algn="l" defTabSz="6096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708" y="444008"/>
            <a:ext cx="10849411" cy="441849"/>
          </a:xfrm>
          <a:prstGeom prst="rect">
            <a:avLst/>
          </a:prstGeom>
        </p:spPr>
        <p:txBody>
          <a:bodyPr vert="horz" wrap="square"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708" y="962041"/>
            <a:ext cx="10849411" cy="5387504"/>
          </a:xfrm>
          <a:prstGeom prst="rect">
            <a:avLst/>
          </a:prstGeom>
        </p:spPr>
        <p:txBody>
          <a:bodyPr vert="horz" wrap="square"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513" y="6349072"/>
            <a:ext cx="2699297" cy="316718"/>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4928" y="6349072"/>
            <a:ext cx="3958969" cy="316718"/>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08358" y="6349072"/>
            <a:ext cx="2699297" cy="316718"/>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893"/>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090" algn="l"/>
        </a:tabLst>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3pPr>
      <a:lvl4pPr marL="15995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0965" algn="l" defTabSz="914400" rtl="0" eaLnBrk="1" latinLnBrk="0" hangingPunct="1">
        <a:defRPr sz="1800" kern="1200">
          <a:solidFill>
            <a:schemeClr val="tx1"/>
          </a:solidFill>
          <a:latin typeface="+mn-lt"/>
          <a:ea typeface="+mn-ea"/>
          <a:cs typeface="+mn-cs"/>
        </a:defRPr>
      </a:lvl4pPr>
      <a:lvl5pPr marL="1828165"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9.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48.xml"/><Relationship Id="rId1" Type="http://schemas.openxmlformats.org/officeDocument/2006/relationships/tags" Target="../tags/tag147.xml"/></Relationships>
</file>

<file path=ppt/slides/_rels/slide3.xml.rels><?xml version="1.0" encoding="UTF-8" standalone="yes"?>
<Relationships xmlns="http://schemas.openxmlformats.org/package/2006/relationships"><Relationship Id="rId9" Type="http://schemas.openxmlformats.org/officeDocument/2006/relationships/tags" Target="../tags/tag153.xml"/><Relationship Id="rId8" Type="http://schemas.openxmlformats.org/officeDocument/2006/relationships/tags" Target="../tags/tag152.xml"/><Relationship Id="rId7" Type="http://schemas.openxmlformats.org/officeDocument/2006/relationships/tags" Target="../tags/tag151.xml"/><Relationship Id="rId6" Type="http://schemas.openxmlformats.org/officeDocument/2006/relationships/image" Target="file:///C:\Users\1V994W2\PycharmProjects\PPT_Background_Generation/pic_temp/1_pic_quater_right_up.png" TargetMode="External"/><Relationship Id="rId5" Type="http://schemas.openxmlformats.org/officeDocument/2006/relationships/image" Target="../media/image8.png"/><Relationship Id="rId4" Type="http://schemas.openxmlformats.org/officeDocument/2006/relationships/tags" Target="../tags/tag150.xml"/><Relationship Id="rId3" Type="http://schemas.openxmlformats.org/officeDocument/2006/relationships/image" Target="file:///C:\Users\1V994W2\PycharmProjects\PPT_Background_Generation/pic_temp/0_pic_quater_left_up.png" TargetMode="External"/><Relationship Id="rId2" Type="http://schemas.openxmlformats.org/officeDocument/2006/relationships/image" Target="../media/image7.png"/><Relationship Id="rId10" Type="http://schemas.openxmlformats.org/officeDocument/2006/relationships/slideLayout" Target="../slideLayouts/slideLayout15.xml"/><Relationship Id="rId1" Type="http://schemas.openxmlformats.org/officeDocument/2006/relationships/tags" Target="../tags/tag149.xml"/></Relationships>
</file>

<file path=ppt/slides/_rels/slide4.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image" Target="file:///C:\Users\1V994W2\PycharmProjects\PPT_Background_Generation/pic_temp/1_pic_quater_right_up.png" TargetMode="External"/><Relationship Id="rId5" Type="http://schemas.openxmlformats.org/officeDocument/2006/relationships/image" Target="../media/image8.png"/><Relationship Id="rId4" Type="http://schemas.openxmlformats.org/officeDocument/2006/relationships/tags" Target="../tags/tag155.xml"/><Relationship Id="rId3" Type="http://schemas.openxmlformats.org/officeDocument/2006/relationships/image" Target="file:///C:\Users\1V994W2\PycharmProjects\PPT_Background_Generation/pic_temp/0_pic_quater_left_up.png" TargetMode="External"/><Relationship Id="rId2" Type="http://schemas.openxmlformats.org/officeDocument/2006/relationships/image" Target="../media/image7.png"/><Relationship Id="rId10" Type="http://schemas.openxmlformats.org/officeDocument/2006/relationships/slideLayout" Target="../slideLayouts/slideLayout15.xml"/><Relationship Id="rId1" Type="http://schemas.openxmlformats.org/officeDocument/2006/relationships/tags" Target="../tags/tag154.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tags" Target="../tags/tag162.xml"/><Relationship Id="rId7" Type="http://schemas.openxmlformats.org/officeDocument/2006/relationships/tags" Target="../tags/tag161.xml"/><Relationship Id="rId6" Type="http://schemas.openxmlformats.org/officeDocument/2006/relationships/image" Target="file:///C:\Users\1V994W2\PycharmProjects\PPT_Background_Generation/pic_temp/1_pic_quater_right_up.png" TargetMode="External"/><Relationship Id="rId5" Type="http://schemas.openxmlformats.org/officeDocument/2006/relationships/image" Target="../media/image8.png"/><Relationship Id="rId4" Type="http://schemas.openxmlformats.org/officeDocument/2006/relationships/tags" Target="../tags/tag160.xml"/><Relationship Id="rId3" Type="http://schemas.openxmlformats.org/officeDocument/2006/relationships/image" Target="file:///C:\Users\1V994W2\PycharmProjects\PPT_Background_Generation/pic_temp/0_pic_quater_left_up.png" TargetMode="External"/><Relationship Id="rId2" Type="http://schemas.openxmlformats.org/officeDocument/2006/relationships/image" Target="../media/image7.png"/><Relationship Id="rId1" Type="http://schemas.openxmlformats.org/officeDocument/2006/relationships/tags" Target="../tags/tag159.xml"/></Relationships>
</file>

<file path=ppt/slides/_rels/slide6.xml.rels><?xml version="1.0" encoding="UTF-8" standalone="yes"?>
<Relationships xmlns="http://schemas.openxmlformats.org/package/2006/relationships"><Relationship Id="rId9" Type="http://schemas.openxmlformats.org/officeDocument/2006/relationships/tags" Target="../tags/tag167.xml"/><Relationship Id="rId8" Type="http://schemas.openxmlformats.org/officeDocument/2006/relationships/tags" Target="../tags/tag166.xml"/><Relationship Id="rId7" Type="http://schemas.openxmlformats.org/officeDocument/2006/relationships/tags" Target="../tags/tag165.xml"/><Relationship Id="rId6" Type="http://schemas.openxmlformats.org/officeDocument/2006/relationships/image" Target="file:///C:\Users\1V994W2\PycharmProjects\PPT_Background_Generation/pic_temp/1_pic_quater_right_up.png" TargetMode="External"/><Relationship Id="rId5" Type="http://schemas.openxmlformats.org/officeDocument/2006/relationships/image" Target="../media/image8.png"/><Relationship Id="rId4" Type="http://schemas.openxmlformats.org/officeDocument/2006/relationships/tags" Target="../tags/tag164.xml"/><Relationship Id="rId3" Type="http://schemas.openxmlformats.org/officeDocument/2006/relationships/image" Target="file:///C:\Users\1V994W2\PycharmProjects\PPT_Background_Generation/pic_temp/0_pic_quater_left_up.png" TargetMode="External"/><Relationship Id="rId2" Type="http://schemas.openxmlformats.org/officeDocument/2006/relationships/image" Target="../media/image7.png"/><Relationship Id="rId10" Type="http://schemas.openxmlformats.org/officeDocument/2006/relationships/slideLayout" Target="../slideLayouts/slideLayout15.xml"/><Relationship Id="rId1" Type="http://schemas.openxmlformats.org/officeDocument/2006/relationships/tags" Target="../tags/tag163.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5.xml"/><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image" Target="file:///C:\Users\1V994W2\PycharmProjects\PPT_Background_Generation/pic_temp/0_pic_quater_left_up.png" TargetMode="External"/><Relationship Id="rId2" Type="http://schemas.openxmlformats.org/officeDocument/2006/relationships/image" Target="../media/image7.png"/><Relationship Id="rId1" Type="http://schemas.openxmlformats.org/officeDocument/2006/relationships/tags" Target="../tags/tag168.xml"/></Relationships>
</file>

<file path=ppt/slides/_rels/slide8.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15.xml"/><Relationship Id="rId7" Type="http://schemas.openxmlformats.org/officeDocument/2006/relationships/tags" Target="../tags/tag173.xml"/><Relationship Id="rId6" Type="http://schemas.openxmlformats.org/officeDocument/2006/relationships/image" Target="../media/image13.emf"/><Relationship Id="rId5" Type="http://schemas.openxmlformats.org/officeDocument/2006/relationships/oleObject" Target="../embeddings/oleObject1.bin"/><Relationship Id="rId4" Type="http://schemas.openxmlformats.org/officeDocument/2006/relationships/tags" Target="../tags/tag172.xml"/><Relationship Id="rId3" Type="http://schemas.openxmlformats.org/officeDocument/2006/relationships/image" Target="file:///C:\Users\1V994W2\PycharmProjects\PPT_Background_Generation/pic_temp/0_pic_quater_left_up.png" TargetMode="External"/><Relationship Id="rId2" Type="http://schemas.openxmlformats.org/officeDocument/2006/relationships/image" Target="../media/image7.png"/><Relationship Id="rId1" Type="http://schemas.openxmlformats.org/officeDocument/2006/relationships/tags" Target="../tags/tag171.xml"/></Relationships>
</file>

<file path=ppt/slides/_rels/slide9.xml.rels><?xml version="1.0" encoding="UTF-8" standalone="yes"?>
<Relationships xmlns="http://schemas.openxmlformats.org/package/2006/relationships"><Relationship Id="rId9" Type="http://schemas.openxmlformats.org/officeDocument/2006/relationships/image" Target="../media/image14.emf"/><Relationship Id="rId8" Type="http://schemas.openxmlformats.org/officeDocument/2006/relationships/oleObject" Target="../embeddings/oleObject2.bin"/><Relationship Id="rId7" Type="http://schemas.openxmlformats.org/officeDocument/2006/relationships/tags" Target="../tags/tag176.xml"/><Relationship Id="rId6" Type="http://schemas.openxmlformats.org/officeDocument/2006/relationships/image" Target="file:///C:\Users\1V994W2\PycharmProjects\PPT_Background_Generation/pic_temp/1_pic_quater_right_up.png" TargetMode="External"/><Relationship Id="rId5" Type="http://schemas.openxmlformats.org/officeDocument/2006/relationships/image" Target="../media/image8.png"/><Relationship Id="rId4" Type="http://schemas.openxmlformats.org/officeDocument/2006/relationships/tags" Target="../tags/tag175.xml"/><Relationship Id="rId3" Type="http://schemas.openxmlformats.org/officeDocument/2006/relationships/image" Target="file:///C:\Users\1V994W2\PycharmProjects\PPT_Background_Generation/pic_temp/0_pic_quater_left_up.png" TargetMode="External"/><Relationship Id="rId2" Type="http://schemas.openxmlformats.org/officeDocument/2006/relationships/image" Target="../media/image7.png"/><Relationship Id="rId12" Type="http://schemas.openxmlformats.org/officeDocument/2006/relationships/vmlDrawing" Target="../drawings/vmlDrawing2.vml"/><Relationship Id="rId11" Type="http://schemas.openxmlformats.org/officeDocument/2006/relationships/slideLayout" Target="../slideLayouts/slideLayout15.xml"/><Relationship Id="rId10" Type="http://schemas.openxmlformats.org/officeDocument/2006/relationships/tags" Target="../tags/tag177.xml"/><Relationship Id="rId1" Type="http://schemas.openxmlformats.org/officeDocument/2006/relationships/tags" Target="../tags/tag174.xml"/></Relationships>
</file>

<file path=ppt/slides/_rels/slide10.xml.rels><?xml version="1.0" encoding="UTF-8" standalone="yes"?>
<Relationships xmlns="http://schemas.openxmlformats.org/package/2006/relationships"><Relationship Id="rId9" Type="http://schemas.openxmlformats.org/officeDocument/2006/relationships/tags" Target="../tags/tag181.xml"/><Relationship Id="rId8" Type="http://schemas.openxmlformats.org/officeDocument/2006/relationships/image" Target="../media/image15.png"/><Relationship Id="rId7" Type="http://schemas.openxmlformats.org/officeDocument/2006/relationships/tags" Target="../tags/tag180.xml"/><Relationship Id="rId6" Type="http://schemas.openxmlformats.org/officeDocument/2006/relationships/image" Target="file:///C:\Users\1V994W2\PycharmProjects\PPT_Background_Generation/pic_temp/1_pic_quater_right_up.png" TargetMode="External"/><Relationship Id="rId5" Type="http://schemas.openxmlformats.org/officeDocument/2006/relationships/image" Target="../media/image8.png"/><Relationship Id="rId4" Type="http://schemas.openxmlformats.org/officeDocument/2006/relationships/tags" Target="../tags/tag179.xml"/><Relationship Id="rId3" Type="http://schemas.openxmlformats.org/officeDocument/2006/relationships/image" Target="file:///C:\Users\1V994W2\PycharmProjects\PPT_Background_Generation/pic_temp/0_pic_quater_left_up.png" TargetMode="External"/><Relationship Id="rId2" Type="http://schemas.openxmlformats.org/officeDocument/2006/relationships/image" Target="../media/image7.png"/><Relationship Id="rId10" Type="http://schemas.openxmlformats.org/officeDocument/2006/relationships/slideLayout" Target="../slideLayouts/slideLayout15.xml"/><Relationship Id="rId1" Type="http://schemas.openxmlformats.org/officeDocument/2006/relationships/tags" Target="../tags/tag178.xml"/></Relationships>
</file>

<file path=ppt/slides/_rels/slide11.xml.rels><?xml version="1.0" encoding="UTF-8" standalone="yes"?>
<Relationships xmlns="http://schemas.openxmlformats.org/package/2006/relationships"><Relationship Id="rId9" Type="http://schemas.openxmlformats.org/officeDocument/2006/relationships/tags" Target="../tags/tag186.xml"/><Relationship Id="rId8" Type="http://schemas.openxmlformats.org/officeDocument/2006/relationships/tags" Target="../tags/tag185.xml"/><Relationship Id="rId7" Type="http://schemas.openxmlformats.org/officeDocument/2006/relationships/tags" Target="../tags/tag184.xml"/><Relationship Id="rId6" Type="http://schemas.openxmlformats.org/officeDocument/2006/relationships/image" Target="file:///C:\Users\1V994W2\PycharmProjects\PPT_Background_Generation/pic_temp/1_pic_quater_right_up.png" TargetMode="External"/><Relationship Id="rId5" Type="http://schemas.openxmlformats.org/officeDocument/2006/relationships/image" Target="../media/image8.png"/><Relationship Id="rId4" Type="http://schemas.openxmlformats.org/officeDocument/2006/relationships/tags" Target="../tags/tag183.xml"/><Relationship Id="rId3" Type="http://schemas.openxmlformats.org/officeDocument/2006/relationships/image" Target="file:///C:\Users\1V994W2\PycharmProjects\PPT_Background_Generation/pic_temp/0_pic_quater_left_up.png" TargetMode="External"/><Relationship Id="rId20" Type="http://schemas.openxmlformats.org/officeDocument/2006/relationships/slideLayout" Target="../slideLayouts/slideLayout15.xml"/><Relationship Id="rId2" Type="http://schemas.openxmlformats.org/officeDocument/2006/relationships/image" Target="../media/image7.png"/><Relationship Id="rId19" Type="http://schemas.openxmlformats.org/officeDocument/2006/relationships/tags" Target="../tags/tag195.xml"/><Relationship Id="rId18" Type="http://schemas.openxmlformats.org/officeDocument/2006/relationships/image" Target="../media/image16.png"/><Relationship Id="rId17" Type="http://schemas.openxmlformats.org/officeDocument/2006/relationships/tags" Target="../tags/tag194.xml"/><Relationship Id="rId16" Type="http://schemas.openxmlformats.org/officeDocument/2006/relationships/tags" Target="../tags/tag193.xml"/><Relationship Id="rId15" Type="http://schemas.openxmlformats.org/officeDocument/2006/relationships/tags" Target="../tags/tag192.xml"/><Relationship Id="rId14" Type="http://schemas.openxmlformats.org/officeDocument/2006/relationships/tags" Target="../tags/tag191.xml"/><Relationship Id="rId13" Type="http://schemas.openxmlformats.org/officeDocument/2006/relationships/tags" Target="../tags/tag190.xml"/><Relationship Id="rId12" Type="http://schemas.openxmlformats.org/officeDocument/2006/relationships/tags" Target="../tags/tag189.xml"/><Relationship Id="rId11" Type="http://schemas.openxmlformats.org/officeDocument/2006/relationships/tags" Target="../tags/tag188.xml"/><Relationship Id="rId10" Type="http://schemas.openxmlformats.org/officeDocument/2006/relationships/tags" Target="../tags/tag187.xml"/><Relationship Id="rId1" Type="http://schemas.openxmlformats.org/officeDocument/2006/relationships/tags" Target="../tags/tag182.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tags" Target="../tags/tag199.xml"/><Relationship Id="rId7" Type="http://schemas.openxmlformats.org/officeDocument/2006/relationships/tags" Target="../tags/tag198.xml"/><Relationship Id="rId6" Type="http://schemas.openxmlformats.org/officeDocument/2006/relationships/image" Target="file:///C:\Users\1V994W2\PycharmProjects\PPT_Background_Generation/pic_temp/1_pic_quater_right_up.png" TargetMode="External"/><Relationship Id="rId5" Type="http://schemas.openxmlformats.org/officeDocument/2006/relationships/image" Target="../media/image8.png"/><Relationship Id="rId4" Type="http://schemas.openxmlformats.org/officeDocument/2006/relationships/tags" Target="../tags/tag197.xml"/><Relationship Id="rId3" Type="http://schemas.openxmlformats.org/officeDocument/2006/relationships/image" Target="file:///C:\Users\1V994W2\PycharmProjects\PPT_Background_Generation/pic_temp/0_pic_quater_left_up.png" TargetMode="External"/><Relationship Id="rId2" Type="http://schemas.openxmlformats.org/officeDocument/2006/relationships/image" Target="../media/image7.png"/><Relationship Id="rId1" Type="http://schemas.openxmlformats.org/officeDocument/2006/relationships/tags" Target="../tags/tag196.xml"/></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tags" Target="../tags/tag203.xml"/><Relationship Id="rId7" Type="http://schemas.openxmlformats.org/officeDocument/2006/relationships/tags" Target="../tags/tag202.xml"/><Relationship Id="rId6" Type="http://schemas.openxmlformats.org/officeDocument/2006/relationships/image" Target="file:///C:\Users\1V994W2\PycharmProjects\PPT_Background_Generation/pic_temp/1_pic_quater_right_up.png" TargetMode="External"/><Relationship Id="rId5" Type="http://schemas.openxmlformats.org/officeDocument/2006/relationships/image" Target="../media/image8.png"/><Relationship Id="rId4" Type="http://schemas.openxmlformats.org/officeDocument/2006/relationships/tags" Target="../tags/tag201.xml"/><Relationship Id="rId3" Type="http://schemas.openxmlformats.org/officeDocument/2006/relationships/image" Target="file:///C:\Users\1V994W2\PycharmProjects\PPT_Background_Generation/pic_temp/0_pic_quater_left_up.png" TargetMode="External"/><Relationship Id="rId2" Type="http://schemas.openxmlformats.org/officeDocument/2006/relationships/image" Target="../media/image7.png"/><Relationship Id="rId1" Type="http://schemas.openxmlformats.org/officeDocument/2006/relationships/tags" Target="../tags/tag200.xml"/></Relationships>
</file>

<file path=ppt/slides/_rels/slide14.xml.rels><?xml version="1.0" encoding="UTF-8" standalone="yes"?>
<Relationships xmlns="http://schemas.openxmlformats.org/package/2006/relationships"><Relationship Id="rId9" Type="http://schemas.openxmlformats.org/officeDocument/2006/relationships/tags" Target="../tags/tag208.xml"/><Relationship Id="rId8" Type="http://schemas.openxmlformats.org/officeDocument/2006/relationships/tags" Target="../tags/tag207.xml"/><Relationship Id="rId7" Type="http://schemas.openxmlformats.org/officeDocument/2006/relationships/tags" Target="../tags/tag206.xml"/><Relationship Id="rId6" Type="http://schemas.openxmlformats.org/officeDocument/2006/relationships/image" Target="file:///C:\Users\1V994W2\PycharmProjects\PPT_Background_Generation/pic_temp/1_pic_quater_right_up.png" TargetMode="External"/><Relationship Id="rId5" Type="http://schemas.openxmlformats.org/officeDocument/2006/relationships/image" Target="../media/image8.png"/><Relationship Id="rId4" Type="http://schemas.openxmlformats.org/officeDocument/2006/relationships/tags" Target="../tags/tag205.xml"/><Relationship Id="rId3" Type="http://schemas.openxmlformats.org/officeDocument/2006/relationships/image" Target="file:///C:\Users\1V994W2\PycharmProjects\PPT_Background_Generation/pic_temp/0_pic_quater_left_up.png" TargetMode="External"/><Relationship Id="rId2" Type="http://schemas.openxmlformats.org/officeDocument/2006/relationships/image" Target="../media/image7.png"/><Relationship Id="rId10" Type="http://schemas.openxmlformats.org/officeDocument/2006/relationships/slideLayout" Target="../slideLayouts/slideLayout15.xml"/><Relationship Id="rId1" Type="http://schemas.openxmlformats.org/officeDocument/2006/relationships/tags" Target="../tags/tag204.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tags" Target="../tags/tag211.xml"/><Relationship Id="rId2" Type="http://schemas.openxmlformats.org/officeDocument/2006/relationships/tags" Target="../tags/tag210.xml"/><Relationship Id="rId1" Type="http://schemas.openxmlformats.org/officeDocument/2006/relationships/tags" Target="../tags/tag20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6"/>
            <p:custDataLst>
              <p:tags r:id="rId1"/>
            </p:custDataLst>
          </p:nvPr>
        </p:nvSpPr>
        <p:spPr>
          <a:xfrm>
            <a:off x="761841" y="4207510"/>
            <a:ext cx="2135505" cy="408940"/>
          </a:xfrm>
        </p:spPr>
        <p:txBody>
          <a:bodyPr>
            <a:normAutofit lnSpcReduction="10000"/>
          </a:bodyPr>
          <a:p>
            <a:pPr marL="0" lvl="0" indent="-342900" algn="l">
              <a:lnSpc>
                <a:spcPct val="130000"/>
              </a:lnSpc>
              <a:spcBef>
                <a:spcPts val="0"/>
              </a:spcBef>
              <a:spcAft>
                <a:spcPts val="1000"/>
              </a:spcAft>
              <a:buSzPct val="100000"/>
              <a:buNone/>
            </a:pPr>
            <a:r>
              <a:rPr lang="zh-CN" altLang="en-US" sz="1600" dirty="0">
                <a:solidFill>
                  <a:schemeClr val="lt1"/>
                </a:solidFill>
              </a:rPr>
              <a:t>指导老师：</a:t>
            </a:r>
            <a:endParaRPr lang="zh-CN" altLang="en-US" sz="1600" dirty="0">
              <a:solidFill>
                <a:schemeClr val="lt1"/>
              </a:solidFill>
            </a:endParaRPr>
          </a:p>
        </p:txBody>
      </p:sp>
      <p:sp>
        <p:nvSpPr>
          <p:cNvPr id="5" name="文本占位符 4"/>
          <p:cNvSpPr>
            <a:spLocks noGrp="1"/>
          </p:cNvSpPr>
          <p:nvPr>
            <p:custDataLst>
              <p:tags r:id="rId2"/>
            </p:custDataLst>
          </p:nvPr>
        </p:nvSpPr>
        <p:spPr>
          <a:xfrm>
            <a:off x="2977414" y="4207510"/>
            <a:ext cx="2135505" cy="408940"/>
          </a:xfrm>
          <a:prstGeom prst="rect">
            <a:avLst/>
          </a:prstGeom>
        </p:spPr>
        <p:txBody>
          <a:bodyPr vert="horz" wrap="square" lIns="90170" tIns="46990" rIns="90170" bIns="46990" rtlCol="0" anchor="t" anchorCtr="0">
            <a:normAutofit lnSpcReduction="10000"/>
          </a:bodyPr>
          <a:lstStyle>
            <a:lvl1pPr marL="342900" marR="0" indent="-342900" algn="r" defTabSz="914400" rtl="0" eaLnBrk="1" fontAlgn="auto" latinLnBrk="0" hangingPunct="1">
              <a:lnSpc>
                <a:spcPct val="130000"/>
              </a:lnSpc>
              <a:spcBef>
                <a:spcPts val="0"/>
              </a:spcBef>
              <a:spcAft>
                <a:spcPts val="1000"/>
              </a:spcAft>
              <a:buClrTx/>
              <a:buSzPts val="1600"/>
              <a:buFont typeface="Arial" panose="020B0604020202020204" pitchFamily="34" charset="0"/>
              <a:buNone/>
              <a:defRPr sz="1600" b="0" u="none" strike="noStrike" kern="1200" cap="none" spc="150" normalizeH="0" baseline="0">
                <a:solidFill>
                  <a:schemeClr val="bg1"/>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090" algn="l"/>
              </a:tabLst>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3pPr>
            <a:lvl4pPr marL="15995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342900" algn="r">
              <a:lnSpc>
                <a:spcPct val="130000"/>
              </a:lnSpc>
              <a:spcBef>
                <a:spcPts val="0"/>
              </a:spcBef>
              <a:spcAft>
                <a:spcPts val="1000"/>
              </a:spcAft>
              <a:buSzPct val="100000"/>
              <a:buNone/>
            </a:pPr>
            <a:r>
              <a:rPr lang="zh-CN" altLang="en-US" dirty="0">
                <a:solidFill>
                  <a:schemeClr val="lt1"/>
                </a:solidFill>
              </a:rPr>
              <a:t>姓名：   </a:t>
            </a:r>
            <a:endParaRPr lang="zh-CN" altLang="en-US" dirty="0">
              <a:solidFill>
                <a:schemeClr val="lt1"/>
              </a:solidFill>
            </a:endParaRPr>
          </a:p>
        </p:txBody>
      </p:sp>
      <p:sp>
        <p:nvSpPr>
          <p:cNvPr id="4" name="标题 3"/>
          <p:cNvSpPr>
            <a:spLocks noGrp="1"/>
          </p:cNvSpPr>
          <p:nvPr>
            <p:ph type="ctrTitle" idx="14"/>
            <p:custDataLst>
              <p:tags r:id="rId3"/>
            </p:custDataLst>
          </p:nvPr>
        </p:nvSpPr>
        <p:spPr>
          <a:xfrm>
            <a:off x="531495" y="1379220"/>
            <a:ext cx="8656320" cy="1530985"/>
          </a:xfrm>
        </p:spPr>
        <p:txBody>
          <a:bodyPr>
            <a:normAutofit fontScale="90000"/>
          </a:bodyPr>
          <a:lstStyle/>
          <a:p>
            <a:pPr marL="0" indent="0" algn="l">
              <a:lnSpc>
                <a:spcPct val="100000"/>
              </a:lnSpc>
              <a:spcBef>
                <a:spcPts val="0"/>
              </a:spcBef>
              <a:spcAft>
                <a:spcPts val="0"/>
              </a:spcAft>
              <a:buSzPct val="100000"/>
              <a:buNone/>
            </a:pPr>
            <a:r>
              <a:rPr lang="zh-CN" altLang="zh-CN" sz="5400" dirty="0">
                <a:solidFill>
                  <a:schemeClr val="lt1"/>
                </a:solidFill>
              </a:rPr>
              <a:t>数字科技风险报告管理系统</a:t>
            </a:r>
            <a:r>
              <a:rPr lang="en-US" altLang="zh-CN" sz="5400" dirty="0">
                <a:solidFill>
                  <a:schemeClr val="lt1"/>
                </a:solidFill>
              </a:rPr>
              <a:t>   PPT</a:t>
            </a:r>
            <a:endParaRPr lang="en-US" altLang="zh-CN" sz="5400" dirty="0">
              <a:solidFill>
                <a:schemeClr val="lt1"/>
              </a:solidFill>
            </a:endParaRPr>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文本框 63"/>
          <p:cNvSpPr txBox="1"/>
          <p:nvPr>
            <p:custDataLst>
              <p:tags r:id="rId1"/>
            </p:custDataLst>
          </p:nvPr>
        </p:nvSpPr>
        <p:spPr>
          <a:xfrm>
            <a:off x="3683000" y="304800"/>
            <a:ext cx="3005455" cy="1104265"/>
          </a:xfrm>
          <a:prstGeom prst="rect">
            <a:avLst/>
          </a:prstGeom>
          <a:noFill/>
        </p:spPr>
        <p:txBody>
          <a:bodyPr wrap="square" rtlCol="0" anchor="b" anchorCtr="0">
            <a:normAutofit/>
          </a:bodyPr>
          <a:p>
            <a:pPr indent="0" algn="ctr">
              <a:lnSpc>
                <a:spcPct val="100000"/>
              </a:lnSpc>
              <a:spcBef>
                <a:spcPts val="0"/>
              </a:spcBef>
              <a:spcAft>
                <a:spcPts val="0"/>
              </a:spcAft>
              <a:buSzPct val="100000"/>
              <a:buFontTx/>
              <a:buNone/>
            </a:pPr>
            <a:r>
              <a:rPr lang="zh-CN" altLang="en-US" sz="4800" b="1" spc="600" dirty="0">
                <a:solidFill>
                  <a:schemeClr val="accent1"/>
                </a:solidFill>
                <a:latin typeface="黑体" panose="02010609060101010101" charset="-122"/>
                <a:ea typeface="黑体" panose="02010609060101010101" charset="-122"/>
                <a:cs typeface="黑体" panose="02010609060101010101" charset="-122"/>
              </a:rPr>
              <a:t>摘  要</a:t>
            </a:r>
            <a:endParaRPr lang="zh-CN" altLang="en-US" sz="4800" b="1" spc="600" dirty="0">
              <a:solidFill>
                <a:schemeClr val="accent1"/>
              </a:solidFill>
              <a:latin typeface="黑体" panose="02010609060101010101" charset="-122"/>
              <a:ea typeface="黑体" panose="02010609060101010101" charset="-122"/>
              <a:cs typeface="黑体" panose="02010609060101010101" charset="-122"/>
            </a:endParaRPr>
          </a:p>
        </p:txBody>
      </p:sp>
      <p:sp>
        <p:nvSpPr>
          <p:cNvPr id="100" name="文本框 99"/>
          <p:cNvSpPr txBox="1"/>
          <p:nvPr/>
        </p:nvSpPr>
        <p:spPr>
          <a:xfrm>
            <a:off x="429895" y="1687195"/>
            <a:ext cx="9387840" cy="3562350"/>
          </a:xfrm>
          <a:prstGeom prst="rect">
            <a:avLst/>
          </a:prstGeom>
          <a:noFill/>
          <a:ln w="9525">
            <a:noFill/>
          </a:ln>
        </p:spPr>
        <p:txBody>
          <a:bodyPr wrap="square">
            <a:noAutofit/>
          </a:bodyPr>
          <a:p>
            <a:pPr indent="304800"/>
            <a:r>
              <a:rPr lang="zh-CN" sz="1800">
                <a:solidFill>
                  <a:srgbClr val="000000"/>
                </a:solidFill>
                <a:ea typeface="宋体" panose="02010600030101010101" pitchFamily="2" charset="-122"/>
              </a:rPr>
              <a:t>近年来，科技飞速发展，在经济全球化的背景之下，互联网技术将进一步提高社会综合发展的效率和速度，互联网技术也会涉及到各个领域，而数字科技风险报告管理系统在网络背景下有着无法忽视的作用。信息管理系统的开发是一个不断优化的过程，随着网络数据时代的到来，信息管理系统与计算机的集成成为必然。</a:t>
            </a:r>
            <a:endParaRPr lang="zh-CN" sz="1800">
              <a:solidFill>
                <a:srgbClr val="000000"/>
              </a:solidFill>
              <a:ea typeface="宋体" panose="02010600030101010101" pitchFamily="2" charset="-122"/>
            </a:endParaRPr>
          </a:p>
          <a:p>
            <a:pPr indent="304800"/>
            <a:r>
              <a:rPr lang="zh-CN" sz="1800">
                <a:solidFill>
                  <a:srgbClr val="000000"/>
                </a:solidFill>
                <a:ea typeface="宋体" panose="02010600030101010101" pitchFamily="2" charset="-122"/>
              </a:rPr>
              <a:t>本次将以数字科技风险报告管理方面为切入点，论述了数字科技风险报告管理的意义和内容，以此展开对数字科技风险报告的开发与建设的详细分析。从数据挖掘的角度出发，了解信息管理系统的作用，对数字科技风险报告的过程以及用处进行更深一步的研究，数据的处理效率，以及具体的应用方向。对于数字科技风险报告管理系统所带来的影响，将从传统管理方式进行对比分析，从硬件优化、软件开发，这几个方面来论述数字科技风险报告管理系统的优势所在，分析数字科技风险报告管理在计算机时代发展的变化趋势。</a:t>
            </a:r>
            <a:endParaRPr lang="zh-CN" sz="1800">
              <a:solidFill>
                <a:srgbClr val="000000"/>
              </a:solidFill>
              <a:ea typeface="宋体" panose="02010600030101010101" pitchFamily="2" charset="-122"/>
            </a:endParaRPr>
          </a:p>
          <a:p>
            <a:pPr indent="304800"/>
            <a:r>
              <a:rPr lang="zh-CN" sz="1800">
                <a:solidFill>
                  <a:srgbClr val="000000"/>
                </a:solidFill>
                <a:ea typeface="宋体" panose="02010600030101010101" pitchFamily="2" charset="-122"/>
              </a:rPr>
              <a:t>关键词：数字科技风险报告管理系统；Spring Boot框架；</a:t>
            </a:r>
            <a:endParaRPr lang="zh-CN" sz="1800">
              <a:solidFill>
                <a:srgbClr val="000000"/>
              </a:solidFill>
              <a:ea typeface="宋体" panose="02010600030101010101" pitchFamily="2"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7" name="图片 6"/>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6" name="图片 5"/>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19" name="文本框 18"/>
          <p:cNvSpPr txBox="1"/>
          <p:nvPr>
            <p:custDataLst>
              <p:tags r:id="rId7"/>
            </p:custDataLst>
          </p:nvPr>
        </p:nvSpPr>
        <p:spPr>
          <a:xfrm>
            <a:off x="220980" y="176530"/>
            <a:ext cx="6070600" cy="946150"/>
          </a:xfrm>
          <a:prstGeom prst="rect">
            <a:avLst/>
          </a:prstGeom>
          <a:noFill/>
          <a:ln>
            <a:solidFill>
              <a:schemeClr val="lt1">
                <a:lumMod val="85000"/>
              </a:schemeClr>
            </a:solidFill>
          </a:ln>
        </p:spPr>
        <p:txBody>
          <a:bodyPr wrap="square" lIns="126000" tIns="90000" rIns="91436" bIns="90000" rtlCol="0">
            <a:noAutofit/>
          </a:bodyPr>
          <a:p>
            <a:pPr algn="ctr">
              <a:lnSpc>
                <a:spcPct val="90000"/>
              </a:lnSpc>
            </a:pPr>
            <a:r>
              <a:rPr lang="zh-CN" altLang="en-US" sz="4000" b="1" spc="300" dirty="0">
                <a:solidFill>
                  <a:schemeClr val="lt1">
                    <a:lumMod val="50000"/>
                  </a:schemeClr>
                </a:solidFill>
                <a:latin typeface="微软雅黑" panose="020B0503020204020204" pitchFamily="34" charset="-122"/>
                <a:ea typeface="微软雅黑" panose="020B0503020204020204" pitchFamily="34" charset="-122"/>
              </a:rPr>
              <a:t>论文背景</a:t>
            </a:r>
            <a:endParaRPr lang="zh-CN" altLang="en-US" sz="4000" b="1" spc="300" dirty="0">
              <a:solidFill>
                <a:schemeClr val="lt1">
                  <a:lumMod val="50000"/>
                </a:schemeClr>
              </a:solidFill>
              <a:latin typeface="微软雅黑" panose="020B0503020204020204" pitchFamily="34" charset="-122"/>
              <a:ea typeface="微软雅黑" panose="020B0503020204020204" pitchFamily="34" charset="-122"/>
            </a:endParaRPr>
          </a:p>
        </p:txBody>
      </p:sp>
      <p:sp>
        <p:nvSpPr>
          <p:cNvPr id="100" name="文本框 99"/>
          <p:cNvSpPr txBox="1"/>
          <p:nvPr>
            <p:custDataLst>
              <p:tags r:id="rId8"/>
            </p:custDataLst>
          </p:nvPr>
        </p:nvSpPr>
        <p:spPr>
          <a:xfrm>
            <a:off x="695960" y="1638300"/>
            <a:ext cx="11156315" cy="4827270"/>
          </a:xfrm>
          <a:prstGeom prst="rect">
            <a:avLst/>
          </a:prstGeom>
          <a:noFill/>
          <a:ln w="9525">
            <a:noFill/>
          </a:ln>
        </p:spPr>
        <p:txBody>
          <a:bodyPr>
            <a:noAutofit/>
          </a:bodyPr>
          <a:p>
            <a:pPr indent="0"/>
            <a:r>
              <a:rPr lang="en-US" altLang="zh-CN" sz="2400" b="0">
                <a:solidFill>
                  <a:schemeClr val="lt1">
                    <a:lumMod val="50000"/>
                  </a:schemeClr>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cs typeface="微软雅黑" panose="020B0503020204020204" pitchFamily="34" charset="-122"/>
              </a:rPr>
              <a:t>  </a:t>
            </a:r>
            <a:r>
              <a:rPr b="0">
                <a:solidFill>
                  <a:schemeClr val="lt1">
                    <a:lumMod val="50000"/>
                  </a:schemeClr>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cs typeface="微软雅黑" panose="020B0503020204020204" pitchFamily="34" charset="-122"/>
              </a:rPr>
              <a:t>近年来互联网技术飞速发展，给人们的生活带来了极大便利，也改变人们的生活生产方式，拥有存储量大、可靠性高、使用方便等不可替代的优点，正在逐步取代传统的信息管理模式。由代码编程实现的各种管理工具和系统替代传统的人工操作，不但提升了可靠性还降低了人力成本，节省了时间，提升了工作效率。全球视域下信息技术逐步渗透到各个领域，多样化的数据信息为数字科技风险报告管理带来了深刻变革，打破了传统的数字科技风险报告的方式与载体，管理者的事务性工作面临新形势和新挑战[2]。</a:t>
            </a:r>
            <a:endParaRPr b="0">
              <a:solidFill>
                <a:schemeClr val="lt1">
                  <a:lumMod val="50000"/>
                </a:schemeClr>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cs typeface="微软雅黑" panose="020B0503020204020204" pitchFamily="34" charset="-122"/>
            </a:endParaRPr>
          </a:p>
          <a:p>
            <a:pPr indent="0"/>
            <a:r>
              <a:rPr b="0">
                <a:solidFill>
                  <a:schemeClr val="lt1">
                    <a:lumMod val="50000"/>
                  </a:schemeClr>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cs typeface="微软雅黑" panose="020B0503020204020204" pitchFamily="34" charset="-122"/>
              </a:rPr>
              <a:t>数字科技风险报告管理作为信息化建设的重要一环，数字科技风险报告管理系统的开发与实现，能够使管理者的工作开展得更加有序。</a:t>
            </a:r>
            <a:endParaRPr b="0">
              <a:solidFill>
                <a:schemeClr val="lt1">
                  <a:lumMod val="50000"/>
                </a:schemeClr>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9"/>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7" name="图片 6"/>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6" name="图片 5"/>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19" name="文本框 18"/>
          <p:cNvSpPr txBox="1"/>
          <p:nvPr>
            <p:custDataLst>
              <p:tags r:id="rId7"/>
            </p:custDataLst>
          </p:nvPr>
        </p:nvSpPr>
        <p:spPr>
          <a:xfrm>
            <a:off x="1094280" y="533316"/>
            <a:ext cx="4770549" cy="732790"/>
          </a:xfrm>
          <a:prstGeom prst="rect">
            <a:avLst/>
          </a:prstGeom>
          <a:noFill/>
          <a:ln>
            <a:solidFill>
              <a:schemeClr val="lt1">
                <a:lumMod val="85000"/>
              </a:schemeClr>
            </a:solidFill>
          </a:ln>
        </p:spPr>
        <p:txBody>
          <a:bodyPr wrap="square" lIns="126000" tIns="90000" rIns="91436" bIns="90000" rtlCol="0">
            <a:spAutoFit/>
          </a:bodyPr>
          <a:p>
            <a:pPr algn="ctr">
              <a:lnSpc>
                <a:spcPct val="90000"/>
              </a:lnSpc>
            </a:pPr>
            <a:r>
              <a:rPr lang="zh-CN" altLang="en-US" sz="4000" b="1" spc="300" dirty="0">
                <a:solidFill>
                  <a:schemeClr val="lt1">
                    <a:lumMod val="50000"/>
                  </a:schemeClr>
                </a:solidFill>
                <a:latin typeface="微软雅黑" panose="020B0503020204020204" pitchFamily="34" charset="-122"/>
                <a:ea typeface="微软雅黑" panose="020B0503020204020204" pitchFamily="34" charset="-122"/>
              </a:rPr>
              <a:t>研究的主要内容</a:t>
            </a:r>
            <a:endParaRPr lang="zh-CN" altLang="en-US" sz="4000" b="1" spc="300" dirty="0">
              <a:solidFill>
                <a:schemeClr val="lt1">
                  <a:lumMod val="50000"/>
                </a:schemeClr>
              </a:solidFill>
              <a:latin typeface="微软雅黑" panose="020B0503020204020204" pitchFamily="34" charset="-122"/>
              <a:ea typeface="微软雅黑" panose="020B0503020204020204" pitchFamily="34" charset="-122"/>
            </a:endParaRPr>
          </a:p>
        </p:txBody>
      </p:sp>
      <p:sp>
        <p:nvSpPr>
          <p:cNvPr id="100" name="文本框 99"/>
          <p:cNvSpPr txBox="1"/>
          <p:nvPr>
            <p:custDataLst>
              <p:tags r:id="rId8"/>
            </p:custDataLst>
          </p:nvPr>
        </p:nvSpPr>
        <p:spPr>
          <a:xfrm>
            <a:off x="720725" y="1478915"/>
            <a:ext cx="11261090" cy="4455160"/>
          </a:xfrm>
          <a:prstGeom prst="rect">
            <a:avLst/>
          </a:prstGeom>
          <a:noFill/>
          <a:ln w="9525">
            <a:noFill/>
          </a:ln>
        </p:spPr>
        <p:txBody>
          <a:bodyPr>
            <a:noAutofit/>
          </a:bodyPr>
          <a:p>
            <a:pPr indent="0"/>
            <a:r>
              <a:rPr lang="zh-CN" sz="2400" b="0">
                <a:solidFill>
                  <a:schemeClr val="lt1">
                    <a:lumMod val="50000"/>
                  </a:schemeClr>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cs typeface="微软雅黑" panose="020B0503020204020204" pitchFamily="34" charset="-122"/>
              </a:rPr>
              <a:t>数字科技风险报告管理系统分析基本内容：本设计主要是实现一个数字科技风险报告管理系统，实现自动化、信息化、管理。系统的主要的设计原则是：以实际应用为核心，重点突出“实用、易用、简洁、稳定”的优点。既能够注重到实效，满足现实用户的实际需要，也能够为系统以后的升级和扩展留有一定的余地。在技术设计的实现上，突出“实现合理、结构清晰、简单易懂”的特点[3]。</a:t>
            </a:r>
            <a:endParaRPr lang="zh-CN" sz="2400" b="0">
              <a:solidFill>
                <a:schemeClr val="lt1">
                  <a:lumMod val="50000"/>
                </a:schemeClr>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cs typeface="微软雅黑" panose="020B0503020204020204" pitchFamily="34" charset="-122"/>
            </a:endParaRPr>
          </a:p>
          <a:p>
            <a:pPr indent="0"/>
            <a:r>
              <a:rPr lang="zh-CN" sz="2400" b="0">
                <a:solidFill>
                  <a:schemeClr val="lt1">
                    <a:lumMod val="50000"/>
                  </a:schemeClr>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cs typeface="微软雅黑" panose="020B0503020204020204" pitchFamily="34" charset="-122"/>
              </a:rPr>
              <a:t>本系统的主要目的在于加速数据可视化与信息化进程，充分利用计算机技术和现代通讯的手段面向社区的服务。建立一个方便管理的数字科技风险报告管理系统的平台，方便信息资源的共享，提高管理的效率，为管理员和负责人、用户提供了数字科技风险报告管理系统的辅助服务。本系统将最大程度地提高管理者整体的工作效率和工作质量，降低管理和工作的成本，改善工作的环境和条件，提高管理者的管理和决策的自动化和科学化水平。帮助各行业节省费用，减少中间环节，优化业务流程，提高整体工作效率，促进管理的进步[4]。</a:t>
            </a:r>
            <a:endParaRPr lang="zh-CN" sz="2400" b="0">
              <a:solidFill>
                <a:schemeClr val="lt1">
                  <a:lumMod val="50000"/>
                </a:schemeClr>
              </a:solidFill>
              <a:effectLst>
                <a:innerShdw blurRad="63500" dist="50800" dir="13500000">
                  <a:srgbClr val="000000">
                    <a:alpha val="50000"/>
                  </a:srgbClr>
                </a:inn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9"/>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6" name="图片 5"/>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20" name="文本框 19"/>
          <p:cNvSpPr txBox="1"/>
          <p:nvPr>
            <p:custDataLst>
              <p:tags r:id="rId7"/>
            </p:custDataLst>
          </p:nvPr>
        </p:nvSpPr>
        <p:spPr>
          <a:xfrm>
            <a:off x="1388745" y="443230"/>
            <a:ext cx="7259320" cy="1020445"/>
          </a:xfrm>
          <a:prstGeom prst="rect">
            <a:avLst/>
          </a:prstGeom>
          <a:noFill/>
          <a:ln>
            <a:solidFill>
              <a:schemeClr val="lt1">
                <a:lumMod val="85000"/>
              </a:schemeClr>
            </a:solidFill>
          </a:ln>
        </p:spPr>
        <p:txBody>
          <a:bodyPr wrap="square" lIns="126000" tIns="90000" rIns="91436" bIns="90000" rtlCol="0">
            <a:noAutofit/>
          </a:bodyPr>
          <a:lstStyle/>
          <a:p>
            <a:pPr algn="ctr">
              <a:lnSpc>
                <a:spcPct val="90000"/>
              </a:lnSpc>
            </a:pPr>
            <a:r>
              <a:rPr lang="zh-CN" altLang="en-US" sz="4000" b="1" spc="300" dirty="0" smtClean="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400" b="1" spc="300" dirty="0" smtClean="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Java语言简介</a:t>
            </a:r>
            <a:endParaRPr lang="zh-CN" altLang="en-US" sz="4400" b="1" spc="300" dirty="0" smtClean="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597535" y="1859915"/>
            <a:ext cx="10005060" cy="3253105"/>
          </a:xfrm>
          <a:prstGeom prst="rect">
            <a:avLst/>
          </a:prstGeom>
          <a:noFill/>
          <a:ln w="9525">
            <a:noFill/>
          </a:ln>
        </p:spPr>
        <p:txBody>
          <a:bodyPr wrap="square">
            <a:noAutofit/>
          </a:bodyPr>
          <a:p>
            <a:pPr indent="304800"/>
            <a:r>
              <a:rPr sz="1800" b="0">
                <a:solidFill>
                  <a:srgbClr val="000000"/>
                </a:solidFill>
                <a:ea typeface="宋体" panose="02010600030101010101" pitchFamily="2" charset="-122"/>
              </a:rPr>
              <a:t>Java，目前Internet中最流行的编程语言之一。它吸取了C++编程语言的长处的同时还摒弃了许多复杂抽象，不易掌握的问题，使得Java编程语言不但功能强大而且使用方便。</a:t>
            </a:r>
            <a:endParaRPr sz="1800" b="0">
              <a:solidFill>
                <a:srgbClr val="000000"/>
              </a:solidFill>
              <a:ea typeface="宋体" panose="02010600030101010101" pitchFamily="2" charset="-122"/>
            </a:endParaRPr>
          </a:p>
          <a:p>
            <a:pPr indent="304800"/>
            <a:r>
              <a:rPr sz="1800" b="0">
                <a:solidFill>
                  <a:srgbClr val="000000"/>
                </a:solidFill>
                <a:ea typeface="宋体" panose="02010600030101010101" pitchFamily="2" charset="-122"/>
              </a:rPr>
              <a:t>Java技术在使用过程中有优势也有劣势。其优势在于，因为Java本身相对严格的语法，所以可以强化程序员在编程时的规范性问题，不容易出现明显结构错乱的问题。因此，规范将是Java的巨大优势。但是它也有劣势，就是不太适应互联网模式下的不断修改，总是修改容易破坏架构。</a:t>
            </a:r>
            <a:endParaRPr sz="1800" b="0">
              <a:solidFill>
                <a:srgbClr val="000000"/>
              </a:solidFill>
              <a:ea typeface="宋体" panose="02010600030101010101" pitchFamily="2" charset="-122"/>
            </a:endParaRPr>
          </a:p>
          <a:p>
            <a:pPr indent="304800"/>
            <a:r>
              <a:rPr sz="1800" b="0">
                <a:solidFill>
                  <a:srgbClr val="000000"/>
                </a:solidFill>
                <a:ea typeface="宋体" panose="02010600030101010101" pitchFamily="2" charset="-122"/>
              </a:rPr>
              <a:t>面向对象的三种特征：封装，继承和多态。</a:t>
            </a:r>
            <a:endParaRPr sz="1800" b="0">
              <a:solidFill>
                <a:srgbClr val="000000"/>
              </a:solidFill>
              <a:ea typeface="宋体" panose="02010600030101010101" pitchFamily="2"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6" name="图片 5"/>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20" name="文本框 19"/>
          <p:cNvSpPr txBox="1"/>
          <p:nvPr>
            <p:custDataLst>
              <p:tags r:id="rId7"/>
            </p:custDataLst>
          </p:nvPr>
        </p:nvSpPr>
        <p:spPr>
          <a:xfrm>
            <a:off x="324485" y="244475"/>
            <a:ext cx="6446520" cy="732790"/>
          </a:xfrm>
          <a:prstGeom prst="rect">
            <a:avLst/>
          </a:prstGeom>
          <a:noFill/>
          <a:ln>
            <a:solidFill>
              <a:schemeClr val="lt1">
                <a:lumMod val="85000"/>
              </a:schemeClr>
            </a:solidFill>
          </a:ln>
        </p:spPr>
        <p:txBody>
          <a:bodyPr wrap="square" lIns="126000" tIns="90000" rIns="91436" bIns="90000" rtlCol="0">
            <a:spAutoFit/>
          </a:bodyPr>
          <a:lstStyle/>
          <a:p>
            <a:pPr algn="ctr">
              <a:lnSpc>
                <a:spcPct val="90000"/>
              </a:lnSpc>
            </a:pPr>
            <a:r>
              <a:rPr lang="zh-CN" altLang="en-US" sz="4000" b="1" spc="300" dirty="0" smtClean="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 Spring Boot框架</a:t>
            </a:r>
            <a:endParaRPr lang="zh-CN" altLang="en-US" sz="4000" b="1" spc="300" dirty="0" smtClean="0">
              <a:solidFill>
                <a:schemeClr val="l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Freeform 7"/>
          <p:cNvSpPr/>
          <p:nvPr>
            <p:custDataLst>
              <p:tags r:id="rId8"/>
            </p:custDataLst>
          </p:nvPr>
        </p:nvSpPr>
        <p:spPr bwMode="auto">
          <a:xfrm rot="19764056">
            <a:off x="369570" y="440690"/>
            <a:ext cx="884555" cy="419100"/>
          </a:xfrm>
          <a:custGeom>
            <a:avLst/>
            <a:gdLst>
              <a:gd name="T0" fmla="*/ 0 w 845"/>
              <a:gd name="T1" fmla="*/ 147 h 400"/>
              <a:gd name="T2" fmla="*/ 78 w 845"/>
              <a:gd name="T3" fmla="*/ 32 h 400"/>
              <a:gd name="T4" fmla="*/ 96 w 845"/>
              <a:gd name="T5" fmla="*/ 28 h 400"/>
              <a:gd name="T6" fmla="*/ 262 w 845"/>
              <a:gd name="T7" fmla="*/ 101 h 400"/>
              <a:gd name="T8" fmla="*/ 417 w 845"/>
              <a:gd name="T9" fmla="*/ 170 h 400"/>
              <a:gd name="T10" fmla="*/ 434 w 845"/>
              <a:gd name="T11" fmla="*/ 167 h 400"/>
              <a:gd name="T12" fmla="*/ 724 w 845"/>
              <a:gd name="T13" fmla="*/ 13 h 400"/>
              <a:gd name="T14" fmla="*/ 749 w 845"/>
              <a:gd name="T15" fmla="*/ 0 h 400"/>
              <a:gd name="T16" fmla="*/ 845 w 845"/>
              <a:gd name="T17" fmla="*/ 143 h 400"/>
              <a:gd name="T18" fmla="*/ 743 w 845"/>
              <a:gd name="T19" fmla="*/ 207 h 400"/>
              <a:gd name="T20" fmla="*/ 448 w 845"/>
              <a:gd name="T21" fmla="*/ 393 h 400"/>
              <a:gd name="T22" fmla="*/ 421 w 845"/>
              <a:gd name="T23" fmla="*/ 394 h 400"/>
              <a:gd name="T24" fmla="*/ 8 w 845"/>
              <a:gd name="T25" fmla="*/ 153 h 400"/>
              <a:gd name="T26" fmla="*/ 0 w 845"/>
              <a:gd name="T27" fmla="*/ 1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5" h="400">
                <a:moveTo>
                  <a:pt x="0" y="147"/>
                </a:moveTo>
                <a:cubicBezTo>
                  <a:pt x="27" y="108"/>
                  <a:pt x="53" y="70"/>
                  <a:pt x="78" y="32"/>
                </a:cubicBezTo>
                <a:cubicBezTo>
                  <a:pt x="84" y="24"/>
                  <a:pt x="89" y="25"/>
                  <a:pt x="96" y="28"/>
                </a:cubicBezTo>
                <a:cubicBezTo>
                  <a:pt x="151" y="53"/>
                  <a:pt x="206" y="77"/>
                  <a:pt x="262" y="101"/>
                </a:cubicBezTo>
                <a:cubicBezTo>
                  <a:pt x="313" y="124"/>
                  <a:pt x="365" y="147"/>
                  <a:pt x="417" y="170"/>
                </a:cubicBezTo>
                <a:cubicBezTo>
                  <a:pt x="421" y="172"/>
                  <a:pt x="429" y="170"/>
                  <a:pt x="434" y="167"/>
                </a:cubicBezTo>
                <a:cubicBezTo>
                  <a:pt x="531" y="116"/>
                  <a:pt x="627" y="65"/>
                  <a:pt x="724" y="13"/>
                </a:cubicBezTo>
                <a:cubicBezTo>
                  <a:pt x="732" y="9"/>
                  <a:pt x="740" y="5"/>
                  <a:pt x="749" y="0"/>
                </a:cubicBezTo>
                <a:cubicBezTo>
                  <a:pt x="781" y="48"/>
                  <a:pt x="813" y="95"/>
                  <a:pt x="845" y="143"/>
                </a:cubicBezTo>
                <a:cubicBezTo>
                  <a:pt x="811" y="165"/>
                  <a:pt x="777" y="186"/>
                  <a:pt x="743" y="207"/>
                </a:cubicBezTo>
                <a:cubicBezTo>
                  <a:pt x="645" y="269"/>
                  <a:pt x="546" y="331"/>
                  <a:pt x="448" y="393"/>
                </a:cubicBezTo>
                <a:cubicBezTo>
                  <a:pt x="438" y="399"/>
                  <a:pt x="431" y="400"/>
                  <a:pt x="421" y="394"/>
                </a:cubicBezTo>
                <a:cubicBezTo>
                  <a:pt x="284" y="313"/>
                  <a:pt x="146" y="233"/>
                  <a:pt x="8" y="153"/>
                </a:cubicBezTo>
                <a:cubicBezTo>
                  <a:pt x="6" y="151"/>
                  <a:pt x="3" y="149"/>
                  <a:pt x="0" y="147"/>
                </a:cubicBezTo>
                <a:close/>
              </a:path>
            </a:pathLst>
          </a:custGeom>
          <a:solidFill>
            <a:schemeClr val="lt1">
              <a:lumMod val="85000"/>
            </a:schemeClr>
          </a:solidFill>
          <a:ln>
            <a:noFill/>
          </a:ln>
        </p:spPr>
        <p:txBody>
          <a:bodyPr vert="horz" wrap="square" lIns="91440" tIns="45720" rIns="91440" bIns="45720" numCol="1" anchor="t" anchorCtr="0" compatLnSpc="1"/>
          <a:lstStyle/>
          <a:p>
            <a:endParaRPr lang="zh-HK" altLang="en-US" sz="2400">
              <a:solidFill>
                <a:schemeClr val="dk1"/>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277495" y="1365885"/>
            <a:ext cx="9909810" cy="3674745"/>
          </a:xfrm>
          <a:prstGeom prst="rect">
            <a:avLst/>
          </a:prstGeom>
          <a:noFill/>
          <a:ln w="9525">
            <a:noFill/>
          </a:ln>
        </p:spPr>
        <p:txBody>
          <a:bodyPr wrap="square">
            <a:noAutofit/>
          </a:bodyPr>
          <a:p>
            <a:pPr indent="304800"/>
            <a:r>
              <a:rPr sz="18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Spring Boot是由Pivotal团队提供的轻量级框架，其“开箱即用”及“约定优于配置”的策略可以使开发者全身心的投入到业务逻辑代码的编写中，极大地提高了软件开发项目的效率。相比于Spring框架而言，Spring Boot框架更加能够节省程序员配置XML的时间，Spring Boot项目允许开发者使用它的所有模块和开发功能，此外， Spring Boot内置了服务器，简化了开发者启用服务器的整体流程，Spring Boot还可以自动适配不同类型的数据库以满足用户快速连接后台数据库管理的需求，这极大地方便了用户快速搭建应用程序的实现过程。 2014年4月，Spring Boot 1.0.0发布，截止到2022年2月，发布的Spring Boot版本为Spring Boot 3.0.0-M1。在系统的设计与开发中，为了能够快速搭建软件后台服务的开发环境，从技术实现的难度以及平台开发的成本两个方面考虑，Spring Boot框架能够使开发者更关注平台功能的业务逻辑代码实现，可采用Spring Boot框架搭建系统为前端App提供数据服务。因此，本案例项目后台开发选择Spring Boot框架。</a:t>
            </a:r>
            <a:endParaRPr sz="18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7" name="图片 6"/>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sp>
        <p:nvSpPr>
          <p:cNvPr id="69" name="矩形 68"/>
          <p:cNvSpPr/>
          <p:nvPr>
            <p:custDataLst>
              <p:tags r:id="rId4"/>
            </p:custDataLst>
          </p:nvPr>
        </p:nvSpPr>
        <p:spPr>
          <a:xfrm>
            <a:off x="697865" y="509270"/>
            <a:ext cx="4987290" cy="748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rtlCol="0" anchor="ctr"/>
          <a:p>
            <a:pPr algn="ctr"/>
            <a:r>
              <a:rPr lang="zh-CN" altLang="en-US" sz="3600" b="1" spc="300" dirty="0" smtClean="0">
                <a:solidFill>
                  <a:schemeClr val="lt1"/>
                </a:solidFill>
                <a:latin typeface="微软雅黑" panose="020B0503020204020204" pitchFamily="34" charset="-122"/>
                <a:ea typeface="微软雅黑" panose="020B0503020204020204" pitchFamily="34" charset="-122"/>
              </a:rPr>
              <a:t>需求分析</a:t>
            </a:r>
            <a:endParaRPr lang="zh-CN" altLang="en-US" sz="3600" b="1" spc="300" dirty="0" smtClean="0">
              <a:solidFill>
                <a:schemeClr val="lt1"/>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2275205" y="2038350"/>
            <a:ext cx="7506970" cy="3226435"/>
          </a:xfrm>
          <a:prstGeom prst="rect">
            <a:avLst/>
          </a:prstGeom>
          <a:noFill/>
          <a:ln w="9525">
            <a:noFill/>
          </a:ln>
        </p:spPr>
        <p:txBody>
          <a:bodyPr wrap="square">
            <a:noAutofit/>
          </a:bodyPr>
          <a:p>
            <a:pPr indent="304800"/>
            <a:r>
              <a:rPr sz="1800" b="0">
                <a:ea typeface="宋体" panose="02010600030101010101" pitchFamily="2" charset="-122"/>
              </a:rPr>
              <a:t>在对一个软件进行设计与开发之前，需要对该系统进行深层次的调查、分析、研究[6]。良好的需求分析不仅能使开发人员快速、准确地理解开发任务，还能提高开发效率，能好地完成工作。对系统进行需求分析是必不可少的，这是软件生存周期上一个很重要的部分，在这个阶段需要确定该系统需要实现什么功能，然后做成一个数据规范、图表清晰的文档，为接下来的系统设计工作提供一定的基础。</a:t>
            </a:r>
            <a:endParaRPr sz="1800" b="0">
              <a:ea typeface="宋体" panose="02010600030101010101" pitchFamily="2" charset="-122"/>
            </a:endParaRPr>
          </a:p>
        </p:txBody>
      </p:sp>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7" name="图片 6"/>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sp>
        <p:nvSpPr>
          <p:cNvPr id="69" name="矩形 68"/>
          <p:cNvSpPr/>
          <p:nvPr>
            <p:custDataLst>
              <p:tags r:id="rId4"/>
            </p:custDataLst>
          </p:nvPr>
        </p:nvSpPr>
        <p:spPr>
          <a:xfrm>
            <a:off x="720090" y="0"/>
            <a:ext cx="9793605" cy="121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rtlCol="0" anchor="ctr"/>
          <a:p>
            <a:pPr algn="ctr"/>
            <a:r>
              <a:rPr lang="zh-CN" altLang="en-US" sz="4000" b="1" spc="300" dirty="0" smtClean="0">
                <a:solidFill>
                  <a:schemeClr val="lt1"/>
                </a:solidFill>
                <a:latin typeface="微软雅黑" panose="020B0503020204020204" pitchFamily="34" charset="-122"/>
                <a:ea typeface="微软雅黑" panose="020B0503020204020204" pitchFamily="34" charset="-122"/>
              </a:rPr>
              <a:t>数字科技风险报告管理系统结构功能图</a:t>
            </a:r>
            <a:endParaRPr lang="zh-CN" altLang="en-US" sz="4000" b="1" spc="300" dirty="0" smtClean="0">
              <a:solidFill>
                <a:schemeClr val="lt1"/>
              </a:solidFill>
              <a:latin typeface="微软雅黑" panose="020B0503020204020204" pitchFamily="34" charset="-122"/>
              <a:ea typeface="微软雅黑" panose="020B0503020204020204" pitchFamily="34" charset="-122"/>
            </a:endParaRPr>
          </a:p>
        </p:txBody>
      </p:sp>
      <p:graphicFrame>
        <p:nvGraphicFramePr>
          <p:cNvPr id="-2147482619" name="对象 -2147482620"/>
          <p:cNvGraphicFramePr>
            <a:graphicFrameLocks noChangeAspect="1"/>
          </p:cNvGraphicFramePr>
          <p:nvPr/>
        </p:nvGraphicFramePr>
        <p:xfrm>
          <a:off x="1475740" y="1356995"/>
          <a:ext cx="7877810" cy="4672965"/>
        </p:xfrm>
        <a:graphic>
          <a:graphicData uri="http://schemas.openxmlformats.org/presentationml/2006/ole">
            <mc:AlternateContent xmlns:mc="http://schemas.openxmlformats.org/markup-compatibility/2006">
              <mc:Choice xmlns:v="urn:schemas-microsoft-com:vml" Requires="v">
                <p:oleObj spid="_x0000_s3076" name="" r:id="rId5" imgW="6076315" imgH="4512945" progId="Visio.Drawing.15">
                  <p:embed/>
                </p:oleObj>
              </mc:Choice>
              <mc:Fallback>
                <p:oleObj name="" r:id="rId5" imgW="6076315" imgH="4512945" progId="Visio.Drawing.15">
                  <p:embed/>
                  <p:pic>
                    <p:nvPicPr>
                      <p:cNvPr id="0" name="图片 3075"/>
                      <p:cNvPicPr/>
                      <p:nvPr/>
                    </p:nvPicPr>
                    <p:blipFill>
                      <a:blip r:embed="rId6"/>
                      <a:stretch>
                        <a:fillRect/>
                      </a:stretch>
                    </p:blipFill>
                    <p:spPr>
                      <a:xfrm>
                        <a:off x="1475740" y="1356995"/>
                        <a:ext cx="7877810" cy="4672965"/>
                      </a:xfrm>
                      <a:prstGeom prst="rect">
                        <a:avLst/>
                      </a:prstGeom>
                      <a:noFill/>
                      <a:ln w="38100">
                        <a:noFill/>
                        <a:miter/>
                      </a:ln>
                    </p:spPr>
                  </p:pic>
                </p:oleObj>
              </mc:Fallback>
            </mc:AlternateContent>
          </a:graphicData>
        </a:graphic>
      </p:graphicFrame>
    </p:spTree>
    <p:custDataLst>
      <p:tags r:id="rId7"/>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6" name="图片 5"/>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69" name="矩形 68"/>
          <p:cNvSpPr/>
          <p:nvPr>
            <p:custDataLst>
              <p:tags r:id="rId7"/>
            </p:custDataLst>
          </p:nvPr>
        </p:nvSpPr>
        <p:spPr>
          <a:xfrm>
            <a:off x="1092835" y="439420"/>
            <a:ext cx="10549255" cy="13646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rtlCol="0" anchor="ctr"/>
          <a:lstStyle/>
          <a:p>
            <a:pPr algn="ctr"/>
            <a:r>
              <a:rPr lang="zh-CN" altLang="zh-HK" sz="4000" b="1" spc="300" dirty="0">
                <a:solidFill>
                  <a:schemeClr val="lt1"/>
                </a:solidFill>
                <a:latin typeface="微软雅黑" panose="020B0503020204020204" pitchFamily="34" charset="-122"/>
                <a:ea typeface="微软雅黑" panose="020B0503020204020204" pitchFamily="34" charset="-122"/>
              </a:rPr>
              <a:t>数字科技风险报告管理系统总体E-R图</a:t>
            </a:r>
            <a:endParaRPr lang="zh-CN" altLang="zh-HK" sz="4000" b="1" spc="300" dirty="0">
              <a:solidFill>
                <a:schemeClr val="lt1"/>
              </a:solidFill>
              <a:latin typeface="微软雅黑" panose="020B0503020204020204" pitchFamily="34" charset="-122"/>
              <a:ea typeface="微软雅黑" panose="020B0503020204020204" pitchFamily="34" charset="-122"/>
            </a:endParaRPr>
          </a:p>
        </p:txBody>
      </p:sp>
      <p:graphicFrame>
        <p:nvGraphicFramePr>
          <p:cNvPr id="-2147482604" name="对象 -2147482605"/>
          <p:cNvGraphicFramePr>
            <a:graphicFrameLocks noChangeAspect="1"/>
          </p:cNvGraphicFramePr>
          <p:nvPr/>
        </p:nvGraphicFramePr>
        <p:xfrm>
          <a:off x="2237740" y="1804035"/>
          <a:ext cx="7607935" cy="4347845"/>
        </p:xfrm>
        <a:graphic>
          <a:graphicData uri="http://schemas.openxmlformats.org/presentationml/2006/ole">
            <mc:AlternateContent xmlns:mc="http://schemas.openxmlformats.org/markup-compatibility/2006">
              <mc:Choice xmlns:v="urn:schemas-microsoft-com:vml" Requires="v">
                <p:oleObj spid="_x0000_s3" name="" r:id="rId8" imgW="10255250" imgH="5594350" progId="Visio.Drawing.15">
                  <p:embed/>
                </p:oleObj>
              </mc:Choice>
              <mc:Fallback>
                <p:oleObj name="" r:id="rId8" imgW="10255250" imgH="5594350" progId="Visio.Drawing.15">
                  <p:embed/>
                  <p:pic>
                    <p:nvPicPr>
                      <p:cNvPr id="0" name="图片 2"/>
                      <p:cNvPicPr/>
                      <p:nvPr/>
                    </p:nvPicPr>
                    <p:blipFill>
                      <a:blip r:embed="rId9"/>
                      <a:stretch>
                        <a:fillRect/>
                      </a:stretch>
                    </p:blipFill>
                    <p:spPr>
                      <a:xfrm>
                        <a:off x="2237740" y="1804035"/>
                        <a:ext cx="7607935" cy="4347845"/>
                      </a:xfrm>
                      <a:prstGeom prst="rect">
                        <a:avLst/>
                      </a:prstGeom>
                      <a:noFill/>
                      <a:ln w="38100">
                        <a:noFill/>
                        <a:miter/>
                      </a:ln>
                    </p:spPr>
                  </p:pic>
                </p:oleObj>
              </mc:Fallback>
            </mc:AlternateContent>
          </a:graphicData>
        </a:graphic>
      </p:graphicFrame>
    </p:spTree>
    <p:custDataLst>
      <p:tags r:id="rId10"/>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6" name="图片 5"/>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19" name="文本框 18"/>
          <p:cNvSpPr txBox="1"/>
          <p:nvPr>
            <p:custDataLst>
              <p:tags r:id="rId7"/>
            </p:custDataLst>
          </p:nvPr>
        </p:nvSpPr>
        <p:spPr>
          <a:xfrm>
            <a:off x="1370330" y="464820"/>
            <a:ext cx="7162165" cy="1021080"/>
          </a:xfrm>
          <a:prstGeom prst="rect">
            <a:avLst/>
          </a:prstGeom>
          <a:noFill/>
          <a:ln>
            <a:solidFill>
              <a:schemeClr val="lt1">
                <a:lumMod val="85000"/>
              </a:schemeClr>
            </a:solidFill>
          </a:ln>
        </p:spPr>
        <p:txBody>
          <a:bodyPr wrap="square" lIns="126000" tIns="90000" rIns="91436" bIns="90000" rtlCol="0">
            <a:noAutofit/>
          </a:bodyPr>
          <a:lstStyle/>
          <a:p>
            <a:pPr algn="ctr">
              <a:lnSpc>
                <a:spcPct val="90000"/>
              </a:lnSpc>
            </a:pPr>
            <a:r>
              <a:rPr lang="zh-CN" altLang="en-US" sz="4000" b="1" spc="300" dirty="0">
                <a:solidFill>
                  <a:schemeClr val="lt1">
                    <a:lumMod val="50000"/>
                  </a:schemeClr>
                </a:solidFill>
                <a:latin typeface="微软雅黑" panose="020B0503020204020204" pitchFamily="34" charset="-122"/>
                <a:ea typeface="微软雅黑" panose="020B0503020204020204" pitchFamily="34" charset="-122"/>
              </a:rPr>
              <a:t>管理员登录界面图</a:t>
            </a:r>
            <a:endParaRPr lang="zh-CN" altLang="en-US" sz="4000" b="1" spc="300" dirty="0">
              <a:solidFill>
                <a:schemeClr val="lt1">
                  <a:lumMod val="50000"/>
                </a:schemeClr>
              </a:solidFill>
              <a:latin typeface="微软雅黑" panose="020B0503020204020204" pitchFamily="34" charset="-122"/>
              <a:ea typeface="微软雅黑" panose="020B0503020204020204" pitchFamily="34" charset="-122"/>
            </a:endParaRPr>
          </a:p>
        </p:txBody>
      </p:sp>
      <p:pic>
        <p:nvPicPr>
          <p:cNvPr id="3" name="图片 21"/>
          <p:cNvPicPr>
            <a:picLocks noChangeAspect="1"/>
          </p:cNvPicPr>
          <p:nvPr/>
        </p:nvPicPr>
        <p:blipFill>
          <a:blip r:embed="rId8"/>
          <a:stretch>
            <a:fillRect/>
          </a:stretch>
        </p:blipFill>
        <p:spPr>
          <a:xfrm>
            <a:off x="1402715" y="1988185"/>
            <a:ext cx="9430385" cy="4047490"/>
          </a:xfrm>
          <a:prstGeom prst="rect">
            <a:avLst/>
          </a:prstGeom>
          <a:noFill/>
          <a:ln>
            <a:noFill/>
          </a:ln>
        </p:spPr>
      </p:pic>
    </p:spTree>
    <p:custDataLst>
      <p:tags r:id="rId9"/>
    </p:custData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6" name="图片 5"/>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cxnSp>
        <p:nvCxnSpPr>
          <p:cNvPr id="52" name="直接连接符 30"/>
          <p:cNvCxnSpPr/>
          <p:nvPr>
            <p:custDataLst>
              <p:tags r:id="rId7"/>
            </p:custDataLst>
          </p:nvPr>
        </p:nvCxnSpPr>
        <p:spPr>
          <a:xfrm>
            <a:off x="4659833" y="204509"/>
            <a:ext cx="0" cy="271591"/>
          </a:xfrm>
          <a:prstGeom prst="line">
            <a:avLst/>
          </a:prstGeom>
          <a:ln>
            <a:solidFill>
              <a:schemeClr val="lt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连接符 31"/>
          <p:cNvCxnSpPr/>
          <p:nvPr>
            <p:custDataLst>
              <p:tags r:id="rId8"/>
            </p:custDataLst>
          </p:nvPr>
        </p:nvCxnSpPr>
        <p:spPr>
          <a:xfrm>
            <a:off x="6482307" y="162305"/>
            <a:ext cx="0" cy="271591"/>
          </a:xfrm>
          <a:prstGeom prst="line">
            <a:avLst/>
          </a:prstGeom>
          <a:ln>
            <a:solidFill>
              <a:schemeClr val="lt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69" name="Freeform 14"/>
          <p:cNvSpPr/>
          <p:nvPr>
            <p:custDataLst>
              <p:tags r:id="rId9"/>
            </p:custDataLst>
          </p:nvPr>
        </p:nvSpPr>
        <p:spPr bwMode="auto">
          <a:xfrm>
            <a:off x="1965960" y="2876550"/>
            <a:ext cx="1021715" cy="1281430"/>
          </a:xfrm>
          <a:custGeom>
            <a:avLst/>
            <a:gdLst>
              <a:gd name="T0" fmla="*/ 908 w 1036"/>
              <a:gd name="T1" fmla="*/ 372 h 1206"/>
              <a:gd name="T2" fmla="*/ 908 w 1036"/>
              <a:gd name="T3" fmla="*/ 296 h 1206"/>
              <a:gd name="T4" fmla="*/ 908 w 1036"/>
              <a:gd name="T5" fmla="*/ 152 h 1206"/>
              <a:gd name="T6" fmla="*/ 883 w 1036"/>
              <a:gd name="T7" fmla="*/ 128 h 1206"/>
              <a:gd name="T8" fmla="*/ 405 w 1036"/>
              <a:gd name="T9" fmla="*/ 128 h 1206"/>
              <a:gd name="T10" fmla="*/ 387 w 1036"/>
              <a:gd name="T11" fmla="*/ 128 h 1206"/>
              <a:gd name="T12" fmla="*/ 387 w 1036"/>
              <a:gd name="T13" fmla="*/ 150 h 1206"/>
              <a:gd name="T14" fmla="*/ 387 w 1036"/>
              <a:gd name="T15" fmla="*/ 296 h 1206"/>
              <a:gd name="T16" fmla="*/ 295 w 1036"/>
              <a:gd name="T17" fmla="*/ 386 h 1206"/>
              <a:gd name="T18" fmla="*/ 145 w 1036"/>
              <a:gd name="T19" fmla="*/ 386 h 1206"/>
              <a:gd name="T20" fmla="*/ 128 w 1036"/>
              <a:gd name="T21" fmla="*/ 386 h 1206"/>
              <a:gd name="T22" fmla="*/ 128 w 1036"/>
              <a:gd name="T23" fmla="*/ 404 h 1206"/>
              <a:gd name="T24" fmla="*/ 128 w 1036"/>
              <a:gd name="T25" fmla="*/ 1052 h 1206"/>
              <a:gd name="T26" fmla="*/ 153 w 1036"/>
              <a:gd name="T27" fmla="*/ 1078 h 1206"/>
              <a:gd name="T28" fmla="*/ 882 w 1036"/>
              <a:gd name="T29" fmla="*/ 1078 h 1206"/>
              <a:gd name="T30" fmla="*/ 908 w 1036"/>
              <a:gd name="T31" fmla="*/ 1052 h 1206"/>
              <a:gd name="T32" fmla="*/ 908 w 1036"/>
              <a:gd name="T33" fmla="*/ 869 h 1206"/>
              <a:gd name="T34" fmla="*/ 914 w 1036"/>
              <a:gd name="T35" fmla="*/ 851 h 1206"/>
              <a:gd name="T36" fmla="*/ 1028 w 1036"/>
              <a:gd name="T37" fmla="*/ 729 h 1206"/>
              <a:gd name="T38" fmla="*/ 1035 w 1036"/>
              <a:gd name="T39" fmla="*/ 724 h 1206"/>
              <a:gd name="T40" fmla="*/ 1036 w 1036"/>
              <a:gd name="T41" fmla="*/ 738 h 1206"/>
              <a:gd name="T42" fmla="*/ 1036 w 1036"/>
              <a:gd name="T43" fmla="*/ 1069 h 1206"/>
              <a:gd name="T44" fmla="*/ 899 w 1036"/>
              <a:gd name="T45" fmla="*/ 1206 h 1206"/>
              <a:gd name="T46" fmla="*/ 133 w 1036"/>
              <a:gd name="T47" fmla="*/ 1206 h 1206"/>
              <a:gd name="T48" fmla="*/ 0 w 1036"/>
              <a:gd name="T49" fmla="*/ 1073 h 1206"/>
              <a:gd name="T50" fmla="*/ 0 w 1036"/>
              <a:gd name="T51" fmla="*/ 316 h 1206"/>
              <a:gd name="T52" fmla="*/ 19 w 1036"/>
              <a:gd name="T53" fmla="*/ 267 h 1206"/>
              <a:gd name="T54" fmla="*/ 265 w 1036"/>
              <a:gd name="T55" fmla="*/ 27 h 1206"/>
              <a:gd name="T56" fmla="*/ 331 w 1036"/>
              <a:gd name="T57" fmla="*/ 0 h 1206"/>
              <a:gd name="T58" fmla="*/ 902 w 1036"/>
              <a:gd name="T59" fmla="*/ 0 h 1206"/>
              <a:gd name="T60" fmla="*/ 1036 w 1036"/>
              <a:gd name="T61" fmla="*/ 129 h 1206"/>
              <a:gd name="T62" fmla="*/ 1035 w 1036"/>
              <a:gd name="T63" fmla="*/ 206 h 1206"/>
              <a:gd name="T64" fmla="*/ 1028 w 1036"/>
              <a:gd name="T65" fmla="*/ 224 h 1206"/>
              <a:gd name="T66" fmla="*/ 942 w 1036"/>
              <a:gd name="T67" fmla="*/ 328 h 1206"/>
              <a:gd name="T68" fmla="*/ 921 w 1036"/>
              <a:gd name="T69" fmla="*/ 358 h 1206"/>
              <a:gd name="T70" fmla="*/ 908 w 1036"/>
              <a:gd name="T71" fmla="*/ 372 h 1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36" h="1206">
                <a:moveTo>
                  <a:pt x="908" y="372"/>
                </a:moveTo>
                <a:cubicBezTo>
                  <a:pt x="908" y="344"/>
                  <a:pt x="908" y="320"/>
                  <a:pt x="908" y="296"/>
                </a:cubicBezTo>
                <a:cubicBezTo>
                  <a:pt x="908" y="248"/>
                  <a:pt x="908" y="200"/>
                  <a:pt x="908" y="152"/>
                </a:cubicBezTo>
                <a:cubicBezTo>
                  <a:pt x="908" y="131"/>
                  <a:pt x="905" y="128"/>
                  <a:pt x="883" y="128"/>
                </a:cubicBezTo>
                <a:cubicBezTo>
                  <a:pt x="724" y="128"/>
                  <a:pt x="565" y="128"/>
                  <a:pt x="405" y="128"/>
                </a:cubicBezTo>
                <a:cubicBezTo>
                  <a:pt x="400" y="128"/>
                  <a:pt x="394" y="128"/>
                  <a:pt x="387" y="128"/>
                </a:cubicBezTo>
                <a:cubicBezTo>
                  <a:pt x="387" y="137"/>
                  <a:pt x="387" y="144"/>
                  <a:pt x="387" y="150"/>
                </a:cubicBezTo>
                <a:cubicBezTo>
                  <a:pt x="387" y="199"/>
                  <a:pt x="387" y="247"/>
                  <a:pt x="387" y="296"/>
                </a:cubicBezTo>
                <a:cubicBezTo>
                  <a:pt x="386" y="352"/>
                  <a:pt x="351" y="386"/>
                  <a:pt x="295" y="386"/>
                </a:cubicBezTo>
                <a:cubicBezTo>
                  <a:pt x="245" y="386"/>
                  <a:pt x="195" y="386"/>
                  <a:pt x="145" y="386"/>
                </a:cubicBezTo>
                <a:cubicBezTo>
                  <a:pt x="140" y="386"/>
                  <a:pt x="135" y="386"/>
                  <a:pt x="128" y="386"/>
                </a:cubicBezTo>
                <a:cubicBezTo>
                  <a:pt x="128" y="394"/>
                  <a:pt x="128" y="399"/>
                  <a:pt x="128" y="404"/>
                </a:cubicBezTo>
                <a:cubicBezTo>
                  <a:pt x="128" y="620"/>
                  <a:pt x="128" y="836"/>
                  <a:pt x="128" y="1052"/>
                </a:cubicBezTo>
                <a:cubicBezTo>
                  <a:pt x="128" y="1076"/>
                  <a:pt x="130" y="1078"/>
                  <a:pt x="153" y="1078"/>
                </a:cubicBezTo>
                <a:cubicBezTo>
                  <a:pt x="396" y="1078"/>
                  <a:pt x="639" y="1078"/>
                  <a:pt x="882" y="1078"/>
                </a:cubicBezTo>
                <a:cubicBezTo>
                  <a:pt x="906" y="1078"/>
                  <a:pt x="908" y="1076"/>
                  <a:pt x="908" y="1052"/>
                </a:cubicBezTo>
                <a:cubicBezTo>
                  <a:pt x="908" y="991"/>
                  <a:pt x="908" y="930"/>
                  <a:pt x="908" y="869"/>
                </a:cubicBezTo>
                <a:cubicBezTo>
                  <a:pt x="908" y="863"/>
                  <a:pt x="910" y="855"/>
                  <a:pt x="914" y="851"/>
                </a:cubicBezTo>
                <a:cubicBezTo>
                  <a:pt x="952" y="810"/>
                  <a:pt x="990" y="770"/>
                  <a:pt x="1028" y="729"/>
                </a:cubicBezTo>
                <a:cubicBezTo>
                  <a:pt x="1030" y="728"/>
                  <a:pt x="1031" y="727"/>
                  <a:pt x="1035" y="724"/>
                </a:cubicBezTo>
                <a:cubicBezTo>
                  <a:pt x="1035" y="730"/>
                  <a:pt x="1036" y="734"/>
                  <a:pt x="1036" y="738"/>
                </a:cubicBezTo>
                <a:cubicBezTo>
                  <a:pt x="1036" y="849"/>
                  <a:pt x="1036" y="959"/>
                  <a:pt x="1036" y="1069"/>
                </a:cubicBezTo>
                <a:cubicBezTo>
                  <a:pt x="1035" y="1151"/>
                  <a:pt x="981" y="1206"/>
                  <a:pt x="899" y="1206"/>
                </a:cubicBezTo>
                <a:cubicBezTo>
                  <a:pt x="643" y="1206"/>
                  <a:pt x="388" y="1206"/>
                  <a:pt x="133" y="1206"/>
                </a:cubicBezTo>
                <a:cubicBezTo>
                  <a:pt x="56" y="1206"/>
                  <a:pt x="0" y="1150"/>
                  <a:pt x="0" y="1073"/>
                </a:cubicBezTo>
                <a:cubicBezTo>
                  <a:pt x="0" y="821"/>
                  <a:pt x="0" y="568"/>
                  <a:pt x="0" y="316"/>
                </a:cubicBezTo>
                <a:cubicBezTo>
                  <a:pt x="0" y="297"/>
                  <a:pt x="6" y="281"/>
                  <a:pt x="19" y="267"/>
                </a:cubicBezTo>
                <a:cubicBezTo>
                  <a:pt x="101" y="187"/>
                  <a:pt x="183" y="107"/>
                  <a:pt x="265" y="27"/>
                </a:cubicBezTo>
                <a:cubicBezTo>
                  <a:pt x="283" y="9"/>
                  <a:pt x="305" y="0"/>
                  <a:pt x="331" y="0"/>
                </a:cubicBezTo>
                <a:cubicBezTo>
                  <a:pt x="521" y="0"/>
                  <a:pt x="712" y="0"/>
                  <a:pt x="902" y="0"/>
                </a:cubicBezTo>
                <a:cubicBezTo>
                  <a:pt x="978" y="1"/>
                  <a:pt x="1033" y="53"/>
                  <a:pt x="1036" y="129"/>
                </a:cubicBezTo>
                <a:cubicBezTo>
                  <a:pt x="1036" y="155"/>
                  <a:pt x="1036" y="180"/>
                  <a:pt x="1035" y="206"/>
                </a:cubicBezTo>
                <a:cubicBezTo>
                  <a:pt x="1035" y="212"/>
                  <a:pt x="1032" y="219"/>
                  <a:pt x="1028" y="224"/>
                </a:cubicBezTo>
                <a:cubicBezTo>
                  <a:pt x="999" y="259"/>
                  <a:pt x="970" y="293"/>
                  <a:pt x="942" y="328"/>
                </a:cubicBezTo>
                <a:cubicBezTo>
                  <a:pt x="934" y="337"/>
                  <a:pt x="928" y="348"/>
                  <a:pt x="921" y="358"/>
                </a:cubicBezTo>
                <a:cubicBezTo>
                  <a:pt x="918" y="362"/>
                  <a:pt x="914" y="365"/>
                  <a:pt x="908" y="372"/>
                </a:cubicBezTo>
                <a:close/>
              </a:path>
            </a:pathLst>
          </a:custGeom>
          <a:solidFill>
            <a:schemeClr val="lt1"/>
          </a:solidFill>
          <a:ln>
            <a:noFill/>
          </a:ln>
        </p:spPr>
        <p:txBody>
          <a:bodyPr vert="horz" wrap="square" lIns="91440" tIns="45720" rIns="91440" bIns="45720" numCol="1" anchor="t" anchorCtr="0" compatLnSpc="1"/>
          <a:lstStyle/>
          <a:p>
            <a:endParaRPr lang="zh-HK" altLang="en-US" sz="2400">
              <a:solidFill>
                <a:schemeClr val="dk1"/>
              </a:solidFill>
              <a:latin typeface="微软雅黑" panose="020B0503020204020204" pitchFamily="34" charset="-122"/>
              <a:ea typeface="微软雅黑" panose="020B0503020204020204" pitchFamily="34" charset="-122"/>
            </a:endParaRPr>
          </a:p>
        </p:txBody>
      </p:sp>
      <p:sp>
        <p:nvSpPr>
          <p:cNvPr id="70" name="Freeform 15"/>
          <p:cNvSpPr/>
          <p:nvPr>
            <p:custDataLst>
              <p:tags r:id="rId10"/>
            </p:custDataLst>
          </p:nvPr>
        </p:nvSpPr>
        <p:spPr bwMode="auto">
          <a:xfrm>
            <a:off x="2562860" y="3329940"/>
            <a:ext cx="481330" cy="595630"/>
          </a:xfrm>
          <a:custGeom>
            <a:avLst/>
            <a:gdLst>
              <a:gd name="T0" fmla="*/ 351 w 488"/>
              <a:gd name="T1" fmla="*/ 0 h 560"/>
              <a:gd name="T2" fmla="*/ 488 w 488"/>
              <a:gd name="T3" fmla="*/ 114 h 560"/>
              <a:gd name="T4" fmla="*/ 431 w 488"/>
              <a:gd name="T5" fmla="*/ 180 h 560"/>
              <a:gd name="T6" fmla="*/ 127 w 488"/>
              <a:gd name="T7" fmla="*/ 490 h 560"/>
              <a:gd name="T8" fmla="*/ 39 w 488"/>
              <a:gd name="T9" fmla="*/ 554 h 560"/>
              <a:gd name="T10" fmla="*/ 5 w 488"/>
              <a:gd name="T11" fmla="*/ 560 h 560"/>
              <a:gd name="T12" fmla="*/ 4 w 488"/>
              <a:gd name="T13" fmla="*/ 526 h 560"/>
              <a:gd name="T14" fmla="*/ 64 w 488"/>
              <a:gd name="T15" fmla="*/ 404 h 560"/>
              <a:gd name="T16" fmla="*/ 347 w 488"/>
              <a:gd name="T17" fmla="*/ 7 h 560"/>
              <a:gd name="T18" fmla="*/ 351 w 488"/>
              <a:gd name="T19" fmla="*/ 0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8" h="560">
                <a:moveTo>
                  <a:pt x="351" y="0"/>
                </a:moveTo>
                <a:cubicBezTo>
                  <a:pt x="398" y="39"/>
                  <a:pt x="443" y="76"/>
                  <a:pt x="488" y="114"/>
                </a:cubicBezTo>
                <a:cubicBezTo>
                  <a:pt x="469" y="137"/>
                  <a:pt x="450" y="159"/>
                  <a:pt x="431" y="180"/>
                </a:cubicBezTo>
                <a:cubicBezTo>
                  <a:pt x="336" y="289"/>
                  <a:pt x="238" y="396"/>
                  <a:pt x="127" y="490"/>
                </a:cubicBezTo>
                <a:cubicBezTo>
                  <a:pt x="100" y="514"/>
                  <a:pt x="69" y="534"/>
                  <a:pt x="39" y="554"/>
                </a:cubicBezTo>
                <a:cubicBezTo>
                  <a:pt x="30" y="560"/>
                  <a:pt x="17" y="558"/>
                  <a:pt x="5" y="560"/>
                </a:cubicBezTo>
                <a:cubicBezTo>
                  <a:pt x="5" y="549"/>
                  <a:pt x="0" y="536"/>
                  <a:pt x="4" y="526"/>
                </a:cubicBezTo>
                <a:cubicBezTo>
                  <a:pt x="23" y="485"/>
                  <a:pt x="41" y="443"/>
                  <a:pt x="64" y="404"/>
                </a:cubicBezTo>
                <a:cubicBezTo>
                  <a:pt x="147" y="264"/>
                  <a:pt x="245" y="134"/>
                  <a:pt x="347" y="7"/>
                </a:cubicBezTo>
                <a:cubicBezTo>
                  <a:pt x="348" y="5"/>
                  <a:pt x="349" y="3"/>
                  <a:pt x="351" y="0"/>
                </a:cubicBezTo>
                <a:close/>
              </a:path>
            </a:pathLst>
          </a:custGeom>
          <a:solidFill>
            <a:schemeClr val="lt1">
              <a:lumMod val="95000"/>
            </a:schemeClr>
          </a:solidFill>
          <a:ln>
            <a:noFill/>
          </a:ln>
        </p:spPr>
        <p:txBody>
          <a:bodyPr vert="horz" wrap="square" lIns="91440" tIns="45720" rIns="91440" bIns="45720" numCol="1" anchor="t" anchorCtr="0" compatLnSpc="1"/>
          <a:lstStyle/>
          <a:p>
            <a:endParaRPr lang="zh-HK" altLang="en-US" sz="2400">
              <a:solidFill>
                <a:schemeClr val="dk1"/>
              </a:solidFill>
              <a:latin typeface="微软雅黑" panose="020B0503020204020204" pitchFamily="34" charset="-122"/>
              <a:ea typeface="微软雅黑" panose="020B0503020204020204" pitchFamily="34" charset="-122"/>
            </a:endParaRPr>
          </a:p>
        </p:txBody>
      </p:sp>
      <p:sp>
        <p:nvSpPr>
          <p:cNvPr id="71" name="Freeform 16"/>
          <p:cNvSpPr/>
          <p:nvPr>
            <p:custDataLst>
              <p:tags r:id="rId11"/>
            </p:custDataLst>
          </p:nvPr>
        </p:nvSpPr>
        <p:spPr bwMode="auto">
          <a:xfrm>
            <a:off x="2943225" y="3006725"/>
            <a:ext cx="340360" cy="401320"/>
          </a:xfrm>
          <a:custGeom>
            <a:avLst/>
            <a:gdLst>
              <a:gd name="T0" fmla="*/ 139 w 345"/>
              <a:gd name="T1" fmla="*/ 378 h 378"/>
              <a:gd name="T2" fmla="*/ 0 w 345"/>
              <a:gd name="T3" fmla="*/ 264 h 378"/>
              <a:gd name="T4" fmla="*/ 19 w 345"/>
              <a:gd name="T5" fmla="*/ 240 h 378"/>
              <a:gd name="T6" fmla="*/ 183 w 345"/>
              <a:gd name="T7" fmla="*/ 54 h 378"/>
              <a:gd name="T8" fmla="*/ 231 w 345"/>
              <a:gd name="T9" fmla="*/ 17 h 378"/>
              <a:gd name="T10" fmla="*/ 308 w 345"/>
              <a:gd name="T11" fmla="*/ 26 h 378"/>
              <a:gd name="T12" fmla="*/ 334 w 345"/>
              <a:gd name="T13" fmla="*/ 103 h 378"/>
              <a:gd name="T14" fmla="*/ 312 w 345"/>
              <a:gd name="T15" fmla="*/ 150 h 378"/>
              <a:gd name="T16" fmla="*/ 139 w 345"/>
              <a:gd name="T17" fmla="*/ 378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378">
                <a:moveTo>
                  <a:pt x="139" y="378"/>
                </a:moveTo>
                <a:cubicBezTo>
                  <a:pt x="90" y="338"/>
                  <a:pt x="46" y="301"/>
                  <a:pt x="0" y="264"/>
                </a:cubicBezTo>
                <a:cubicBezTo>
                  <a:pt x="7" y="255"/>
                  <a:pt x="13" y="247"/>
                  <a:pt x="19" y="240"/>
                </a:cubicBezTo>
                <a:cubicBezTo>
                  <a:pt x="74" y="178"/>
                  <a:pt x="128" y="115"/>
                  <a:pt x="183" y="54"/>
                </a:cubicBezTo>
                <a:cubicBezTo>
                  <a:pt x="196" y="39"/>
                  <a:pt x="214" y="27"/>
                  <a:pt x="231" y="17"/>
                </a:cubicBezTo>
                <a:cubicBezTo>
                  <a:pt x="259" y="0"/>
                  <a:pt x="280" y="4"/>
                  <a:pt x="308" y="26"/>
                </a:cubicBezTo>
                <a:cubicBezTo>
                  <a:pt x="336" y="50"/>
                  <a:pt x="345" y="73"/>
                  <a:pt x="334" y="103"/>
                </a:cubicBezTo>
                <a:cubicBezTo>
                  <a:pt x="328" y="119"/>
                  <a:pt x="322" y="136"/>
                  <a:pt x="312" y="150"/>
                </a:cubicBezTo>
                <a:cubicBezTo>
                  <a:pt x="255" y="226"/>
                  <a:pt x="197" y="301"/>
                  <a:pt x="139" y="378"/>
                </a:cubicBezTo>
                <a:close/>
              </a:path>
            </a:pathLst>
          </a:custGeom>
          <a:solidFill>
            <a:schemeClr val="lt1"/>
          </a:solidFill>
          <a:ln>
            <a:noFill/>
          </a:ln>
        </p:spPr>
        <p:txBody>
          <a:bodyPr vert="horz" wrap="square" lIns="91440" tIns="45720" rIns="91440" bIns="45720" numCol="1" anchor="t" anchorCtr="0" compatLnSpc="1"/>
          <a:lstStyle/>
          <a:p>
            <a:endParaRPr lang="zh-HK" altLang="en-US" sz="2400">
              <a:solidFill>
                <a:schemeClr val="dk1"/>
              </a:solidFill>
              <a:latin typeface="微软雅黑" panose="020B0503020204020204" pitchFamily="34" charset="-122"/>
              <a:ea typeface="微软雅黑" panose="020B0503020204020204" pitchFamily="34" charset="-122"/>
            </a:endParaRPr>
          </a:p>
        </p:txBody>
      </p:sp>
      <p:sp>
        <p:nvSpPr>
          <p:cNvPr id="74" name="Freeform 19"/>
          <p:cNvSpPr/>
          <p:nvPr>
            <p:custDataLst>
              <p:tags r:id="rId12"/>
            </p:custDataLst>
          </p:nvPr>
        </p:nvSpPr>
        <p:spPr bwMode="auto">
          <a:xfrm>
            <a:off x="2214880" y="3737610"/>
            <a:ext cx="304165" cy="196850"/>
          </a:xfrm>
          <a:custGeom>
            <a:avLst/>
            <a:gdLst>
              <a:gd name="T0" fmla="*/ 286 w 309"/>
              <a:gd name="T1" fmla="*/ 148 h 185"/>
              <a:gd name="T2" fmla="*/ 283 w 309"/>
              <a:gd name="T3" fmla="*/ 148 h 185"/>
              <a:gd name="T4" fmla="*/ 234 w 309"/>
              <a:gd name="T5" fmla="*/ 153 h 185"/>
              <a:gd name="T6" fmla="*/ 214 w 309"/>
              <a:gd name="T7" fmla="*/ 169 h 185"/>
              <a:gd name="T8" fmla="*/ 156 w 309"/>
              <a:gd name="T9" fmla="*/ 164 h 185"/>
              <a:gd name="T10" fmla="*/ 105 w 309"/>
              <a:gd name="T11" fmla="*/ 110 h 185"/>
              <a:gd name="T12" fmla="*/ 80 w 309"/>
              <a:gd name="T13" fmla="*/ 157 h 185"/>
              <a:gd name="T14" fmla="*/ 38 w 309"/>
              <a:gd name="T15" fmla="*/ 178 h 185"/>
              <a:gd name="T16" fmla="*/ 11 w 309"/>
              <a:gd name="T17" fmla="*/ 126 h 185"/>
              <a:gd name="T18" fmla="*/ 64 w 309"/>
              <a:gd name="T19" fmla="*/ 24 h 185"/>
              <a:gd name="T20" fmla="*/ 126 w 309"/>
              <a:gd name="T21" fmla="*/ 21 h 185"/>
              <a:gd name="T22" fmla="*/ 191 w 309"/>
              <a:gd name="T23" fmla="*/ 90 h 185"/>
              <a:gd name="T24" fmla="*/ 230 w 309"/>
              <a:gd name="T25" fmla="*/ 60 h 185"/>
              <a:gd name="T26" fmla="*/ 281 w 309"/>
              <a:gd name="T27" fmla="*/ 58 h 185"/>
              <a:gd name="T28" fmla="*/ 309 w 309"/>
              <a:gd name="T29" fmla="*/ 76 h 185"/>
              <a:gd name="T30" fmla="*/ 286 w 309"/>
              <a:gd name="T31" fmla="*/ 148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9" h="185">
                <a:moveTo>
                  <a:pt x="286" y="148"/>
                </a:moveTo>
                <a:cubicBezTo>
                  <a:pt x="284" y="148"/>
                  <a:pt x="284" y="148"/>
                  <a:pt x="283" y="148"/>
                </a:cubicBezTo>
                <a:cubicBezTo>
                  <a:pt x="265" y="131"/>
                  <a:pt x="249" y="137"/>
                  <a:pt x="234" y="153"/>
                </a:cubicBezTo>
                <a:cubicBezTo>
                  <a:pt x="228" y="159"/>
                  <a:pt x="221" y="164"/>
                  <a:pt x="214" y="169"/>
                </a:cubicBezTo>
                <a:cubicBezTo>
                  <a:pt x="193" y="185"/>
                  <a:pt x="174" y="183"/>
                  <a:pt x="156" y="164"/>
                </a:cubicBezTo>
                <a:cubicBezTo>
                  <a:pt x="139" y="147"/>
                  <a:pt x="123" y="129"/>
                  <a:pt x="105" y="110"/>
                </a:cubicBezTo>
                <a:cubicBezTo>
                  <a:pt x="96" y="126"/>
                  <a:pt x="88" y="142"/>
                  <a:pt x="80" y="157"/>
                </a:cubicBezTo>
                <a:cubicBezTo>
                  <a:pt x="71" y="174"/>
                  <a:pt x="55" y="181"/>
                  <a:pt x="38" y="178"/>
                </a:cubicBezTo>
                <a:cubicBezTo>
                  <a:pt x="14" y="174"/>
                  <a:pt x="0" y="149"/>
                  <a:pt x="11" y="126"/>
                </a:cubicBezTo>
                <a:cubicBezTo>
                  <a:pt x="28" y="92"/>
                  <a:pt x="45" y="57"/>
                  <a:pt x="64" y="24"/>
                </a:cubicBezTo>
                <a:cubicBezTo>
                  <a:pt x="77" y="0"/>
                  <a:pt x="107" y="0"/>
                  <a:pt x="126" y="21"/>
                </a:cubicBezTo>
                <a:cubicBezTo>
                  <a:pt x="148" y="43"/>
                  <a:pt x="169" y="66"/>
                  <a:pt x="191" y="90"/>
                </a:cubicBezTo>
                <a:cubicBezTo>
                  <a:pt x="204" y="80"/>
                  <a:pt x="217" y="70"/>
                  <a:pt x="230" y="60"/>
                </a:cubicBezTo>
                <a:cubicBezTo>
                  <a:pt x="247" y="47"/>
                  <a:pt x="262" y="46"/>
                  <a:pt x="281" y="58"/>
                </a:cubicBezTo>
                <a:cubicBezTo>
                  <a:pt x="291" y="64"/>
                  <a:pt x="300" y="70"/>
                  <a:pt x="309" y="76"/>
                </a:cubicBezTo>
                <a:cubicBezTo>
                  <a:pt x="301" y="100"/>
                  <a:pt x="294" y="124"/>
                  <a:pt x="286" y="148"/>
                </a:cubicBezTo>
                <a:close/>
              </a:path>
            </a:pathLst>
          </a:custGeom>
          <a:solidFill>
            <a:schemeClr val="lt1">
              <a:lumMod val="95000"/>
            </a:schemeClr>
          </a:solidFill>
          <a:ln>
            <a:noFill/>
          </a:ln>
        </p:spPr>
        <p:txBody>
          <a:bodyPr vert="horz" wrap="square" lIns="91440" tIns="45720" rIns="91440" bIns="45720" numCol="1" anchor="t" anchorCtr="0" compatLnSpc="1"/>
          <a:lstStyle/>
          <a:p>
            <a:endParaRPr lang="zh-HK" altLang="en-US" sz="2400">
              <a:solidFill>
                <a:schemeClr val="dk1"/>
              </a:solidFill>
              <a:latin typeface="微软雅黑" panose="020B0503020204020204" pitchFamily="34" charset="-122"/>
              <a:ea typeface="微软雅黑" panose="020B0503020204020204" pitchFamily="34" charset="-122"/>
            </a:endParaRPr>
          </a:p>
        </p:txBody>
      </p:sp>
      <p:sp>
        <p:nvSpPr>
          <p:cNvPr id="75" name="Freeform 20"/>
          <p:cNvSpPr/>
          <p:nvPr>
            <p:custDataLst>
              <p:tags r:id="rId13"/>
            </p:custDataLst>
          </p:nvPr>
        </p:nvSpPr>
        <p:spPr bwMode="auto">
          <a:xfrm>
            <a:off x="3043555" y="3195320"/>
            <a:ext cx="283845" cy="366395"/>
          </a:xfrm>
          <a:custGeom>
            <a:avLst/>
            <a:gdLst>
              <a:gd name="T0" fmla="*/ 288 w 288"/>
              <a:gd name="T1" fmla="*/ 37 h 345"/>
              <a:gd name="T2" fmla="*/ 280 w 288"/>
              <a:gd name="T3" fmla="*/ 52 h 345"/>
              <a:gd name="T4" fmla="*/ 118 w 288"/>
              <a:gd name="T5" fmla="*/ 260 h 345"/>
              <a:gd name="T6" fmla="*/ 57 w 288"/>
              <a:gd name="T7" fmla="*/ 326 h 345"/>
              <a:gd name="T8" fmla="*/ 24 w 288"/>
              <a:gd name="T9" fmla="*/ 343 h 345"/>
              <a:gd name="T10" fmla="*/ 3 w 288"/>
              <a:gd name="T11" fmla="*/ 338 h 345"/>
              <a:gd name="T12" fmla="*/ 3 w 288"/>
              <a:gd name="T13" fmla="*/ 314 h 345"/>
              <a:gd name="T14" fmla="*/ 44 w 288"/>
              <a:gd name="T15" fmla="*/ 262 h 345"/>
              <a:gd name="T16" fmla="*/ 210 w 288"/>
              <a:gd name="T17" fmla="*/ 53 h 345"/>
              <a:gd name="T18" fmla="*/ 236 w 288"/>
              <a:gd name="T19" fmla="*/ 15 h 345"/>
              <a:gd name="T20" fmla="*/ 263 w 288"/>
              <a:gd name="T21" fmla="*/ 4 h 345"/>
              <a:gd name="T22" fmla="*/ 288 w 288"/>
              <a:gd name="T23" fmla="*/ 37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 h="345">
                <a:moveTo>
                  <a:pt x="288" y="37"/>
                </a:moveTo>
                <a:cubicBezTo>
                  <a:pt x="286" y="40"/>
                  <a:pt x="284" y="46"/>
                  <a:pt x="280" y="52"/>
                </a:cubicBezTo>
                <a:cubicBezTo>
                  <a:pt x="226" y="121"/>
                  <a:pt x="172" y="191"/>
                  <a:pt x="118" y="260"/>
                </a:cubicBezTo>
                <a:cubicBezTo>
                  <a:pt x="99" y="283"/>
                  <a:pt x="78" y="305"/>
                  <a:pt x="57" y="326"/>
                </a:cubicBezTo>
                <a:cubicBezTo>
                  <a:pt x="48" y="334"/>
                  <a:pt x="36" y="339"/>
                  <a:pt x="24" y="343"/>
                </a:cubicBezTo>
                <a:cubicBezTo>
                  <a:pt x="18" y="345"/>
                  <a:pt x="6" y="343"/>
                  <a:pt x="3" y="338"/>
                </a:cubicBezTo>
                <a:cubicBezTo>
                  <a:pt x="0" y="332"/>
                  <a:pt x="0" y="320"/>
                  <a:pt x="3" y="314"/>
                </a:cubicBezTo>
                <a:cubicBezTo>
                  <a:pt x="15" y="296"/>
                  <a:pt x="30" y="279"/>
                  <a:pt x="44" y="262"/>
                </a:cubicBezTo>
                <a:cubicBezTo>
                  <a:pt x="99" y="192"/>
                  <a:pt x="154" y="123"/>
                  <a:pt x="210" y="53"/>
                </a:cubicBezTo>
                <a:cubicBezTo>
                  <a:pt x="219" y="41"/>
                  <a:pt x="228" y="28"/>
                  <a:pt x="236" y="15"/>
                </a:cubicBezTo>
                <a:cubicBezTo>
                  <a:pt x="243" y="5"/>
                  <a:pt x="251" y="0"/>
                  <a:pt x="263" y="4"/>
                </a:cubicBezTo>
                <a:cubicBezTo>
                  <a:pt x="275" y="7"/>
                  <a:pt x="288" y="23"/>
                  <a:pt x="288" y="37"/>
                </a:cubicBezTo>
                <a:close/>
              </a:path>
            </a:pathLst>
          </a:custGeom>
          <a:solidFill>
            <a:schemeClr val="lt1">
              <a:lumMod val="95000"/>
            </a:schemeClr>
          </a:solidFill>
          <a:ln>
            <a:noFill/>
          </a:ln>
        </p:spPr>
        <p:txBody>
          <a:bodyPr vert="horz" wrap="square" lIns="91440" tIns="45720" rIns="91440" bIns="45720" numCol="1" anchor="t" anchorCtr="0" compatLnSpc="1"/>
          <a:lstStyle/>
          <a:p>
            <a:endParaRPr lang="zh-HK" altLang="en-US" sz="2400">
              <a:solidFill>
                <a:schemeClr val="dk1"/>
              </a:solidFill>
              <a:latin typeface="微软雅黑" panose="020B0503020204020204" pitchFamily="34" charset="-122"/>
              <a:ea typeface="微软雅黑" panose="020B0503020204020204" pitchFamily="34" charset="-122"/>
            </a:endParaRPr>
          </a:p>
        </p:txBody>
      </p:sp>
      <p:sp>
        <p:nvSpPr>
          <p:cNvPr id="76" name="Freeform 21"/>
          <p:cNvSpPr/>
          <p:nvPr>
            <p:custDataLst>
              <p:tags r:id="rId14"/>
            </p:custDataLst>
          </p:nvPr>
        </p:nvSpPr>
        <p:spPr bwMode="auto">
          <a:xfrm>
            <a:off x="2476500" y="3105785"/>
            <a:ext cx="254000" cy="89535"/>
          </a:xfrm>
          <a:custGeom>
            <a:avLst/>
            <a:gdLst>
              <a:gd name="T0" fmla="*/ 129 w 258"/>
              <a:gd name="T1" fmla="*/ 84 h 84"/>
              <a:gd name="T2" fmla="*/ 18 w 258"/>
              <a:gd name="T3" fmla="*/ 84 h 84"/>
              <a:gd name="T4" fmla="*/ 0 w 258"/>
              <a:gd name="T5" fmla="*/ 66 h 84"/>
              <a:gd name="T6" fmla="*/ 0 w 258"/>
              <a:gd name="T7" fmla="*/ 16 h 84"/>
              <a:gd name="T8" fmla="*/ 15 w 258"/>
              <a:gd name="T9" fmla="*/ 0 h 84"/>
              <a:gd name="T10" fmla="*/ 243 w 258"/>
              <a:gd name="T11" fmla="*/ 0 h 84"/>
              <a:gd name="T12" fmla="*/ 258 w 258"/>
              <a:gd name="T13" fmla="*/ 15 h 84"/>
              <a:gd name="T14" fmla="*/ 258 w 258"/>
              <a:gd name="T15" fmla="*/ 68 h 84"/>
              <a:gd name="T16" fmla="*/ 241 w 258"/>
              <a:gd name="T17" fmla="*/ 84 h 84"/>
              <a:gd name="T18" fmla="*/ 129 w 258"/>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 h="84">
                <a:moveTo>
                  <a:pt x="129" y="84"/>
                </a:moveTo>
                <a:cubicBezTo>
                  <a:pt x="92" y="84"/>
                  <a:pt x="55" y="83"/>
                  <a:pt x="18" y="84"/>
                </a:cubicBezTo>
                <a:cubicBezTo>
                  <a:pt x="5" y="84"/>
                  <a:pt x="0" y="79"/>
                  <a:pt x="0" y="66"/>
                </a:cubicBezTo>
                <a:cubicBezTo>
                  <a:pt x="1" y="50"/>
                  <a:pt x="1" y="33"/>
                  <a:pt x="0" y="16"/>
                </a:cubicBezTo>
                <a:cubicBezTo>
                  <a:pt x="0" y="5"/>
                  <a:pt x="4" y="0"/>
                  <a:pt x="15" y="0"/>
                </a:cubicBezTo>
                <a:cubicBezTo>
                  <a:pt x="91" y="0"/>
                  <a:pt x="167" y="0"/>
                  <a:pt x="243" y="0"/>
                </a:cubicBezTo>
                <a:cubicBezTo>
                  <a:pt x="254" y="0"/>
                  <a:pt x="258" y="4"/>
                  <a:pt x="258" y="15"/>
                </a:cubicBezTo>
                <a:cubicBezTo>
                  <a:pt x="257" y="33"/>
                  <a:pt x="257" y="50"/>
                  <a:pt x="258" y="68"/>
                </a:cubicBezTo>
                <a:cubicBezTo>
                  <a:pt x="258" y="80"/>
                  <a:pt x="253" y="84"/>
                  <a:pt x="241" y="84"/>
                </a:cubicBezTo>
                <a:cubicBezTo>
                  <a:pt x="203" y="84"/>
                  <a:pt x="166" y="84"/>
                  <a:pt x="129" y="84"/>
                </a:cubicBezTo>
                <a:close/>
              </a:path>
            </a:pathLst>
          </a:custGeom>
          <a:solidFill>
            <a:schemeClr val="lt1">
              <a:lumMod val="95000"/>
            </a:schemeClr>
          </a:solidFill>
          <a:ln>
            <a:noFill/>
          </a:ln>
        </p:spPr>
        <p:txBody>
          <a:bodyPr vert="horz" wrap="square" lIns="91440" tIns="45720" rIns="91440" bIns="45720" numCol="1" anchor="t" anchorCtr="0" compatLnSpc="1"/>
          <a:lstStyle/>
          <a:p>
            <a:endParaRPr lang="zh-HK" altLang="en-US" sz="2400">
              <a:solidFill>
                <a:schemeClr val="dk1"/>
              </a:solidFill>
              <a:latin typeface="微软雅黑" panose="020B0503020204020204" pitchFamily="34" charset="-122"/>
              <a:ea typeface="微软雅黑" panose="020B0503020204020204" pitchFamily="34" charset="-122"/>
            </a:endParaRPr>
          </a:p>
        </p:txBody>
      </p:sp>
      <p:cxnSp>
        <p:nvCxnSpPr>
          <p:cNvPr id="79" name="直接连接符 41"/>
          <p:cNvCxnSpPr/>
          <p:nvPr>
            <p:custDataLst>
              <p:tags r:id="rId15"/>
            </p:custDataLst>
          </p:nvPr>
        </p:nvCxnSpPr>
        <p:spPr>
          <a:xfrm>
            <a:off x="4371340" y="1754505"/>
            <a:ext cx="0" cy="3708400"/>
          </a:xfrm>
          <a:prstGeom prst="line">
            <a:avLst/>
          </a:prstGeom>
          <a:solidFill>
            <a:srgbClr val="FFFFFF"/>
          </a:solidFill>
          <a:ln w="19050">
            <a:solidFill>
              <a:schemeClr val="lt1"/>
            </a:solidFill>
          </a:ln>
        </p:spPr>
        <p:style>
          <a:lnRef idx="1">
            <a:schemeClr val="accent1"/>
          </a:lnRef>
          <a:fillRef idx="0">
            <a:schemeClr val="accent1"/>
          </a:fillRef>
          <a:effectRef idx="0">
            <a:schemeClr val="accent1"/>
          </a:effectRef>
          <a:fontRef idx="minor">
            <a:schemeClr val="tx1"/>
          </a:fontRef>
        </p:style>
      </p:cxnSp>
      <p:sp>
        <p:nvSpPr>
          <p:cNvPr id="80" name="椭圆 79"/>
          <p:cNvSpPr/>
          <p:nvPr>
            <p:custDataLst>
              <p:tags r:id="rId16"/>
            </p:custDataLst>
          </p:nvPr>
        </p:nvSpPr>
        <p:spPr>
          <a:xfrm>
            <a:off x="4260850" y="4511675"/>
            <a:ext cx="221615" cy="221615"/>
          </a:xfrm>
          <a:prstGeom prst="ellipse">
            <a:avLst/>
          </a:prstGeom>
          <a:solidFill>
            <a:srgbClr val="FFFFFF"/>
          </a:solid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2400">
              <a:solidFill>
                <a:schemeClr val="lt1"/>
              </a:solidFill>
              <a:latin typeface="微软雅黑" panose="020B0503020204020204" pitchFamily="34" charset="-122"/>
              <a:ea typeface="微软雅黑" panose="020B0503020204020204" pitchFamily="34" charset="-122"/>
            </a:endParaRPr>
          </a:p>
        </p:txBody>
      </p:sp>
      <p:sp>
        <p:nvSpPr>
          <p:cNvPr id="81" name="椭圆 80"/>
          <p:cNvSpPr/>
          <p:nvPr>
            <p:custDataLst>
              <p:tags r:id="rId17"/>
            </p:custDataLst>
          </p:nvPr>
        </p:nvSpPr>
        <p:spPr>
          <a:xfrm>
            <a:off x="4260850" y="2484120"/>
            <a:ext cx="221615" cy="221615"/>
          </a:xfrm>
          <a:prstGeom prst="ellipse">
            <a:avLst/>
          </a:prstGeom>
          <a:solidFill>
            <a:srgbClr val="FFFFFF"/>
          </a:solid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2400">
              <a:solidFill>
                <a:schemeClr val="lt1"/>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1603375" y="360045"/>
            <a:ext cx="7007860" cy="794385"/>
          </a:xfrm>
          <a:prstGeom prst="rect">
            <a:avLst/>
          </a:prstGeom>
          <a:noFill/>
        </p:spPr>
        <p:txBody>
          <a:bodyPr wrap="square" lIns="91436" tIns="45719" rIns="91436" bIns="45719" rtlCol="0">
            <a:noAutofit/>
          </a:bodyPr>
          <a:lstStyle/>
          <a:p>
            <a:pPr algn="ctr"/>
            <a:r>
              <a:rPr lang="zh-CN" altLang="en-US" sz="4000" b="1" spc="300" dirty="0" smtClean="0">
                <a:solidFill>
                  <a:srgbClr val="000000"/>
                </a:solidFill>
                <a:latin typeface="微软雅黑" panose="020B0503020204020204" pitchFamily="34" charset="-122"/>
                <a:ea typeface="微软雅黑" panose="020B0503020204020204" pitchFamily="34" charset="-122"/>
              </a:rPr>
              <a:t>管理员功能界面图</a:t>
            </a:r>
            <a:endParaRPr lang="zh-CN" altLang="en-US" sz="4000" b="1" spc="300" dirty="0" smtClean="0">
              <a:solidFill>
                <a:srgbClr val="000000"/>
              </a:solidFill>
              <a:latin typeface="微软雅黑" panose="020B0503020204020204" pitchFamily="34" charset="-122"/>
              <a:ea typeface="微软雅黑" panose="020B0503020204020204" pitchFamily="34" charset="-122"/>
            </a:endParaRPr>
          </a:p>
        </p:txBody>
      </p:sp>
      <p:pic>
        <p:nvPicPr>
          <p:cNvPr id="3" name="图片 22"/>
          <p:cNvPicPr>
            <a:picLocks noChangeAspect="1"/>
          </p:cNvPicPr>
          <p:nvPr/>
        </p:nvPicPr>
        <p:blipFill>
          <a:blip r:embed="rId18"/>
          <a:stretch>
            <a:fillRect/>
          </a:stretch>
        </p:blipFill>
        <p:spPr>
          <a:xfrm>
            <a:off x="986155" y="1754505"/>
            <a:ext cx="10101580" cy="4539615"/>
          </a:xfrm>
          <a:prstGeom prst="rect">
            <a:avLst/>
          </a:prstGeom>
          <a:noFill/>
          <a:ln>
            <a:noFill/>
          </a:ln>
        </p:spPr>
      </p:pic>
    </p:spTree>
    <p:custDataLst>
      <p:tags r:id="rId19"/>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7" name="图片 6"/>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66" name="文本框 65"/>
          <p:cNvSpPr txBox="1"/>
          <p:nvPr>
            <p:custDataLst>
              <p:tags r:id="rId7"/>
            </p:custDataLst>
          </p:nvPr>
        </p:nvSpPr>
        <p:spPr>
          <a:xfrm>
            <a:off x="1982470" y="316230"/>
            <a:ext cx="5212080" cy="1019810"/>
          </a:xfrm>
          <a:prstGeom prst="rect">
            <a:avLst/>
          </a:prstGeom>
          <a:solidFill>
            <a:srgbClr val="FFFFFF"/>
          </a:solidFill>
        </p:spPr>
        <p:txBody>
          <a:bodyPr wrap="square" lIns="91436" tIns="45719" rIns="91436" bIns="45719" rtlCol="0">
            <a:noAutofit/>
          </a:bodyPr>
          <a:lstStyle/>
          <a:p>
            <a:pPr algn="ctr"/>
            <a:r>
              <a:rPr lang="zh-CN" altLang="en-US" sz="4000" spc="300" dirty="0" smtClean="0">
                <a:solidFill>
                  <a:schemeClr val="dk2">
                    <a:lumMod val="25000"/>
                  </a:schemeClr>
                </a:solidFill>
                <a:latin typeface="微软雅黑" panose="020B0503020204020204" pitchFamily="34" charset="-122"/>
                <a:ea typeface="微软雅黑" panose="020B0503020204020204" pitchFamily="34" charset="-122"/>
              </a:rPr>
              <a:t>系统测试目的</a:t>
            </a:r>
            <a:endParaRPr lang="zh-CN" altLang="en-US" sz="4000" spc="300" dirty="0" smtClean="0">
              <a:solidFill>
                <a:schemeClr val="dk2">
                  <a:lumMod val="2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872490" y="1831975"/>
            <a:ext cx="9306560" cy="3708400"/>
          </a:xfrm>
          <a:prstGeom prst="rect">
            <a:avLst/>
          </a:prstGeom>
          <a:noFill/>
          <a:ln w="9525">
            <a:noFill/>
          </a:ln>
        </p:spPr>
        <p:txBody>
          <a:bodyPr wrap="square">
            <a:noAutofit/>
          </a:bodyPr>
          <a:p>
            <a:pPr indent="304800"/>
            <a:r>
              <a:rPr sz="1800" b="0">
                <a:solidFill>
                  <a:srgbClr val="000000"/>
                </a:solidFill>
                <a:ea typeface="宋体" panose="02010600030101010101" pitchFamily="2" charset="-122"/>
              </a:rPr>
              <a:t>在数字科技风险报告管理系统的开发周期中，系统测试是必不可少且考验耐心的过程。其重要性在于，它是保证系统质量和牢靠性的最后一道关，也是整个系统开发过程的最后一次检查。</a:t>
            </a:r>
            <a:endParaRPr sz="1800" b="0">
              <a:solidFill>
                <a:srgbClr val="000000"/>
              </a:solidFill>
              <a:ea typeface="宋体" panose="02010600030101010101" pitchFamily="2" charset="-122"/>
            </a:endParaRPr>
          </a:p>
          <a:p>
            <a:pPr indent="304800"/>
            <a:r>
              <a:rPr sz="1800" b="0">
                <a:solidFill>
                  <a:srgbClr val="000000"/>
                </a:solidFill>
                <a:ea typeface="宋体" panose="02010600030101010101" pitchFamily="2" charset="-122"/>
              </a:rPr>
              <a:t>系统测试主要是为了避免用户在使用时发生问题，增强用户体验感，为了不影响用户的使用，我们需要从多角度、多思路去考虑系统可能遇到的问题，通过不同的模拟场景来发现缺陷并解决问题。在测试的过程中也可以了解到该系统的质量情况，系统功能是否健全，系统逻辑是否顺畅。一个合格的系统测试过程完成后将大大提升系统质量和使用感。测试的目标是验证系统是否符合需求规格说明书的定义，并找出与需求规格说明书不符合或与之冲突的内容。测试过程中一定站在用户的角度考虑问题，避免一些不切实际的场景，浪费测试时间，从而可能会引起问题导致预期结果与实际结果不符[15]。</a:t>
            </a:r>
            <a:endParaRPr sz="1800" b="0">
              <a:solidFill>
                <a:srgbClr val="000000"/>
              </a:solidFill>
              <a:ea typeface="宋体" panose="02010600030101010101" pitchFamily="2"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8"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4" name="文本框 3"/>
          <p:cNvSpPr txBox="1"/>
          <p:nvPr>
            <p:custDataLst>
              <p:tags r:id="rId7"/>
            </p:custDataLst>
          </p:nvPr>
        </p:nvSpPr>
        <p:spPr>
          <a:xfrm>
            <a:off x="4974590" y="701675"/>
            <a:ext cx="2932430" cy="706755"/>
          </a:xfrm>
          <a:prstGeom prst="rect">
            <a:avLst/>
          </a:prstGeom>
          <a:noFill/>
        </p:spPr>
        <p:txBody>
          <a:bodyPr wrap="square" rtlCol="0">
            <a:spAutoFit/>
          </a:bodyPr>
          <a:p>
            <a:r>
              <a:rPr lang="zh-CN" altLang="en-US" sz="4000">
                <a:solidFill>
                  <a:schemeClr val="dk1"/>
                </a:solidFill>
                <a:latin typeface="微软雅黑" panose="020B0503020204020204" pitchFamily="34" charset="-122"/>
                <a:ea typeface="微软雅黑" panose="020B0503020204020204" pitchFamily="34" charset="-122"/>
              </a:rPr>
              <a:t>结论</a:t>
            </a:r>
            <a:endParaRPr lang="zh-CN" altLang="en-US" sz="4000">
              <a:solidFill>
                <a:schemeClr val="dk1"/>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960120" y="1982470"/>
            <a:ext cx="9413240" cy="3025775"/>
          </a:xfrm>
          <a:prstGeom prst="rect">
            <a:avLst/>
          </a:prstGeom>
          <a:noFill/>
          <a:ln w="9525">
            <a:noFill/>
          </a:ln>
        </p:spPr>
        <p:txBody>
          <a:bodyPr wrap="square">
            <a:noAutofit/>
          </a:bodyPr>
          <a:p>
            <a:pPr indent="304800"/>
            <a:r>
              <a:rPr lang="zh-CN" sz="1800" b="0">
                <a:solidFill>
                  <a:srgbClr val="000000"/>
                </a:solidFill>
                <a:ea typeface="宋体" panose="02010600030101010101" pitchFamily="2" charset="-122"/>
              </a:rPr>
              <a:t>现在，已经完成了该数字科技风险报告管理系统程序开发和论文的编写，通过这次的程序开发和论文的写作，可以检测我们大学期间的所学，是不是做到了认真学习。</a:t>
            </a:r>
            <a:endParaRPr lang="zh-CN" sz="1800" b="0">
              <a:solidFill>
                <a:srgbClr val="000000"/>
              </a:solidFill>
              <a:ea typeface="宋体" panose="02010600030101010101" pitchFamily="2" charset="-122"/>
            </a:endParaRPr>
          </a:p>
          <a:p>
            <a:pPr indent="304800"/>
            <a:r>
              <a:rPr lang="zh-CN" sz="1800" b="0">
                <a:solidFill>
                  <a:srgbClr val="000000"/>
                </a:solidFill>
                <a:ea typeface="宋体" panose="02010600030101010101" pitchFamily="2" charset="-122"/>
              </a:rPr>
              <a:t>该系统主要实现了负责人、用户和管理员三个功能模块，主要实现了系统首页、用户管理、负责人管理、报告类型管理、报告信息管理、资料类型管理、共享资料管理、系统管理、我的信息等功能。软件开发的过程，是一个很辛苦的过程，如果在大学期间没有好好学习，困难更是重重，即使对大学期间认真学习了的同学，也是有一定的困难，毕竟理论知识和实践还是有很大差距的。所以，在本次开发数字科技风险报告管理系统的时候，也是遇到了相当多的困难，有时候一点头绪也没有，思想都是混乱的，首先就要克服这些问题，在经过了上网查询、同学沟通以及听取指导老师的建议后，慢慢的理顺了思路。</a:t>
            </a:r>
            <a:endParaRPr lang="zh-CN" sz="1800" b="0">
              <a:solidFill>
                <a:srgbClr val="000000"/>
              </a:solidFill>
              <a:ea typeface="宋体" panose="02010600030101010101" pitchFamily="2"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19902" cy="452571"/>
          </a:xfrm>
          <a:prstGeom prst="rect">
            <a:avLst/>
          </a:prstGeom>
        </p:spPr>
      </p:pic>
      <p:pic>
        <p:nvPicPr>
          <p:cNvPr id="7" name="图片 6"/>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68923" y="0"/>
            <a:ext cx="719902" cy="452571"/>
          </a:xfrm>
          <a:prstGeom prst="rect">
            <a:avLst/>
          </a:prstGeom>
        </p:spPr>
      </p:pic>
      <p:sp>
        <p:nvSpPr>
          <p:cNvPr id="66" name="文本框 65"/>
          <p:cNvSpPr txBox="1"/>
          <p:nvPr>
            <p:custDataLst>
              <p:tags r:id="rId7"/>
            </p:custDataLst>
          </p:nvPr>
        </p:nvSpPr>
        <p:spPr>
          <a:xfrm>
            <a:off x="4947756" y="166025"/>
            <a:ext cx="1664061" cy="305435"/>
          </a:xfrm>
          <a:prstGeom prst="rect">
            <a:avLst/>
          </a:prstGeom>
          <a:solidFill>
            <a:srgbClr val="FFFFFF"/>
          </a:solidFill>
        </p:spPr>
        <p:txBody>
          <a:bodyPr wrap="square" lIns="91436" tIns="45719" rIns="91436" bIns="45719" rtlCol="0">
            <a:spAutoFit/>
          </a:bodyPr>
          <a:lstStyle/>
          <a:p>
            <a:pPr algn="ctr"/>
            <a:r>
              <a:rPr lang="zh-CN" altLang="en-US" sz="1400" spc="300" dirty="0" smtClean="0">
                <a:solidFill>
                  <a:schemeClr val="dk2">
                    <a:lumMod val="25000"/>
                  </a:schemeClr>
                </a:solidFill>
                <a:latin typeface="微软雅黑" panose="020B0503020204020204" pitchFamily="34" charset="-122"/>
                <a:ea typeface="微软雅黑" panose="020B0503020204020204" pitchFamily="34" charset="-122"/>
              </a:rPr>
              <a:t>后台管理</a:t>
            </a:r>
            <a:endParaRPr lang="zh-CN" altLang="en-US" sz="1400" spc="300" dirty="0" smtClean="0">
              <a:solidFill>
                <a:schemeClr val="dk2">
                  <a:lumMod val="25000"/>
                </a:schemeClr>
              </a:solidFill>
              <a:latin typeface="微软雅黑" panose="020B0503020204020204" pitchFamily="34" charset="-122"/>
              <a:ea typeface="微软雅黑" panose="020B0503020204020204" pitchFamily="34" charset="-122"/>
            </a:endParaRPr>
          </a:p>
        </p:txBody>
      </p:sp>
      <p:sp>
        <p:nvSpPr>
          <p:cNvPr id="69" name="矩形 68"/>
          <p:cNvSpPr/>
          <p:nvPr>
            <p:custDataLst>
              <p:tags r:id="rId8"/>
            </p:custDataLst>
          </p:nvPr>
        </p:nvSpPr>
        <p:spPr>
          <a:xfrm>
            <a:off x="723265" y="149860"/>
            <a:ext cx="5678805" cy="12528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rtlCol="0" anchor="ctr"/>
          <a:lstStyle/>
          <a:p>
            <a:pPr algn="ctr"/>
            <a:r>
              <a:rPr lang="zh-CN" altLang="en-US" sz="4000" b="1" spc="300" dirty="0" smtClean="0">
                <a:solidFill>
                  <a:schemeClr val="lt1"/>
                </a:solidFill>
                <a:latin typeface="微软雅黑" panose="020B0503020204020204" pitchFamily="34" charset="-122"/>
                <a:ea typeface="微软雅黑" panose="020B0503020204020204" pitchFamily="34" charset="-122"/>
              </a:rPr>
              <a:t>致谢</a:t>
            </a:r>
            <a:endParaRPr lang="zh-CN" altLang="en-US" sz="4000" b="1" spc="300" dirty="0" smtClean="0">
              <a:solidFill>
                <a:schemeClr val="lt1"/>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395605" y="1868805"/>
            <a:ext cx="10126980" cy="3935095"/>
          </a:xfrm>
          <a:prstGeom prst="rect">
            <a:avLst/>
          </a:prstGeom>
          <a:noFill/>
          <a:ln w="9525">
            <a:noFill/>
          </a:ln>
        </p:spPr>
        <p:txBody>
          <a:bodyPr wrap="square">
            <a:noAutofit/>
          </a:bodyPr>
          <a:p>
            <a:pPr indent="304800"/>
            <a:r>
              <a:rPr sz="1800" b="0">
                <a:solidFill>
                  <a:srgbClr val="000000"/>
                </a:solidFill>
              </a:rPr>
              <a:t>时光荏苒，岁月如梭，相逢一见太匆匆，校内繁花几度红。六月盛夏，随着这篇致谢词的开始，也就意味着我大学四年时光也即将落下帷幕，始于XXXX年初秋，终于XXXX年盛夏，xx岁的我也将开启全新的人生篇章。以前总觉得时间尚早，年龄尚轻，殊不知，人生是一道减法，逝去的便不会再回来。行文至此，也感谢一路以来支持我，陪伴我的老师、家人还有朋友。</a:t>
            </a:r>
            <a:endParaRPr sz="1800" b="0">
              <a:solidFill>
                <a:srgbClr val="000000"/>
              </a:solidFill>
            </a:endParaRPr>
          </a:p>
          <a:p>
            <a:pPr indent="304800"/>
            <a:r>
              <a:rPr sz="1800" b="0">
                <a:solidFill>
                  <a:srgbClr val="000000"/>
                </a:solidFill>
              </a:rPr>
              <a:t>“桃李不言，下自成蹊”。首先感谢我的论文指导老师xxx，感谢您的悉心指导和耐心帮助，才得以让我的毕业论文顺利完成。感谢大学四年以来所有的授课老师，谆谆教导、细心耐心，授予我丰富的专业知识，让我在此后的工作方向上有了更加明确的认识以及理论基础。</a:t>
            </a:r>
            <a:endParaRPr sz="1800" b="0">
              <a:solidFill>
                <a:srgbClr val="000000"/>
              </a:solidFill>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16"/>
          <p:cNvCxnSpPr/>
          <p:nvPr>
            <p:custDataLst>
              <p:tags r:id="rId1"/>
            </p:custDataLst>
          </p:nvPr>
        </p:nvCxnSpPr>
        <p:spPr>
          <a:xfrm flipV="1">
            <a:off x="842743" y="2720856"/>
            <a:ext cx="0" cy="1523603"/>
          </a:xfrm>
          <a:prstGeom prst="line">
            <a:avLst/>
          </a:prstGeom>
          <a:ln w="635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idx="13"/>
            <p:custDataLst>
              <p:tags r:id="rId2"/>
            </p:custDataLst>
          </p:nvPr>
        </p:nvSpPr>
        <p:spPr>
          <a:xfrm>
            <a:off x="1146829" y="2555711"/>
            <a:ext cx="4358775" cy="1171905"/>
          </a:xfrm>
        </p:spPr>
        <p:txBody>
          <a:bodyPr/>
          <a:lstStyle/>
          <a:p>
            <a:pPr marL="0" indent="0" algn="l">
              <a:lnSpc>
                <a:spcPct val="100000"/>
              </a:lnSpc>
              <a:spcBef>
                <a:spcPts val="0"/>
              </a:spcBef>
              <a:spcAft>
                <a:spcPts val="0"/>
              </a:spcAft>
              <a:buSzPct val="100000"/>
              <a:buNone/>
            </a:pPr>
            <a:r>
              <a:rPr lang="zh-CN" altLang="en-US" sz="6600" dirty="0">
                <a:solidFill>
                  <a:schemeClr val="lt1"/>
                </a:solidFill>
              </a:rPr>
              <a:t>感谢聆听</a:t>
            </a:r>
            <a:endParaRPr lang="zh-CN" altLang="en-US" sz="6600" dirty="0">
              <a:solidFill>
                <a:schemeClr val="lt1"/>
              </a:solidFill>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TYPE" val="y"/>
  <p:tag name="KSO_WM_UNIT_INDEX" val="1"/>
  <p:tag name="KSO_WM_UNIT_ID" val="_1*y*1"/>
  <p:tag name="KSO_WM_SLIDE_BACKGROUND_MASK_FLAG" val="1"/>
</p:tagLst>
</file>

<file path=ppt/tags/tag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MH" val="20161022204303"/>
  <p:tag name="MH_LIBRARY" val="GRAPHIC"/>
  <p:tag name="MH_ORDER" val="Rectangle 12"/>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4.xml><?xml version="1.0" encoding="utf-8"?>
<p:tagLst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1"/>
  <p:tag name="KSO_WM_UNIT_ID" val="_13*i*1"/>
  <p:tag name="KSO_WM_UNIT_BK_DARK_LIGHT" val="2"/>
  <p:tag name="KSO_WM_UNIT_LAYERLEVEL" val="1"/>
  <p:tag name="KSO_WM_TAG_VERSION" val="1.0"/>
  <p:tag name="KSO_WM_BEAUTIFY_FLAG" val="#wm#"/>
</p:tagLst>
</file>

<file path=ppt/tags/tag8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2.xml><?xml version="1.0" encoding="utf-8"?>
<p:tagLst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1"/>
  <p:tag name="KSO_WM_UNIT_ID" val="_14*i*1"/>
  <p:tag name="KSO_WM_UNIT_BK_DARK_LIGHT" val="2"/>
  <p:tag name="KSO_WM_UNIT_LAYERLEVEL" val="1"/>
  <p:tag name="KSO_WM_TAG_VERSION" val="1.0"/>
  <p:tag name="KSO_WM_BEAUTIFY_FLAG" val="#wm#"/>
</p:tagLst>
</file>

<file path=ppt/tags/tag9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0.xml><?xml version="1.0" encoding="utf-8"?>
<p:tagLst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1"/>
  <p:tag name="KSO_WM_UNIT_ID" val="_15*i*1"/>
  <p:tag name="KSO_WM_UNIT_BK_DARK_LIGHT" val="2"/>
  <p:tag name="KSO_WM_UNIT_LAYERLEVEL" val="1"/>
  <p:tag name="KSO_WM_TAG_VERSION" val="1.0"/>
  <p:tag name="KSO_WM_BEAUTIFY_FLAG" val="#wm#"/>
</p:tagLst>
</file>

<file path=ppt/tags/tag10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9.xml><?xml version="1.0" encoding="utf-8"?>
<p:tagLst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1"/>
  <p:tag name="KSO_WM_UNIT_ID" val="_16*i*1"/>
  <p:tag name="KSO_WM_UNIT_BK_DARK_LIGHT" val="2"/>
  <p:tag name="KSO_WM_UNIT_LAYERLEVEL" val="1"/>
  <p:tag name="KSO_WM_TAG_VERSION" val="1.0"/>
  <p:tag name="KSO_WM_BEAUTIFY_FLAG" val="#wm#"/>
</p:tagLst>
</file>

<file path=ppt/tags/tag11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8.xml><?xml version="1.0" encoding="utf-8"?>
<p:tagLst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1"/>
  <p:tag name="KSO_WM_UNIT_ID" val="_17*i*1"/>
  <p:tag name="KSO_WM_UNIT_BK_DARK_LIGHT" val="2"/>
  <p:tag name="KSO_WM_UNIT_LAYERLEVEL" val="1"/>
  <p:tag name="KSO_WM_TAG_VERSION" val="1.0"/>
  <p:tag name="KSO_WM_BEAUTIFY_FLAG" val="#wm#"/>
</p:tagLst>
</file>

<file path=ppt/tags/tag11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9.xml><?xml version="1.0" encoding="utf-8"?>
<p:tagLst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1"/>
  <p:tag name="KSO_WM_UNIT_ID" val="_18*i*1"/>
  <p:tag name="KSO_WM_UNIT_BK_DARK_LIGHT" val="2"/>
  <p:tag name="KSO_WM_UNIT_LAYERLEVEL" val="1"/>
  <p:tag name="KSO_WM_TAG_VERSION" val="1.0"/>
  <p:tag name="KSO_WM_BEAUTIFY_FLAG" val="#wm#"/>
</p:tagLst>
</file>

<file path=ppt/tags/tag13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7.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204446"/>
</p:tagLst>
</file>

<file path=ppt/tags/tag138.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204446"/>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2.xml><?xml version="1.0" encoding="utf-8"?>
<p:tagLst xmlns:p="http://schemas.openxmlformats.org/presentationml/2006/main">
  <p:tag name="KSO_WM_TAG_VERSION" val="1.0"/>
  <p:tag name="KSO_WM_BEAUTIFY_FLAG" val="#wm#"/>
  <p:tag name="KSO_WM_TEMPLATE_CATEGORY" val="custom"/>
  <p:tag name="KSO_WM_TEMPLATE_INDEX" val="20204446"/>
  <p:tag name="KSO_WM_TEMPLATE_SUBCATEGORY" val="0"/>
  <p:tag name="KSO_WM_TEMPLATE_MASTER_TYPE" val="1"/>
  <p:tag name="KSO_WM_TEMPLATE_COLOR_TYPE" val="1"/>
  <p:tag name="KSO_WM_TEMPLATE_MASTER_THUMB_INDEX" val="12"/>
  <p:tag name="KSO_WM_TEMPLATE_THUMBS_INDEX" val="1、4、7、9、12、16、17、22、25、26、27、28、29、32、35、40、43、44"/>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INDEX" val="2"/>
  <p:tag name="KSO_WM_UNIT_PRESET_TEXT" val="汇报人姓名"/>
  <p:tag name="KSO_WM_UNIT_TYPE" val="b"/>
  <p:tag name="KSO_WM_TEMPLATE_CATEGORY" val="custom"/>
  <p:tag name="KSO_WM_TEMPLATE_INDEX" val="20204446"/>
  <p:tag name="KSO_WM_UNIT_ID" val="custom20204446_1*b*2"/>
  <p:tag name="KSO_WM_UNIT_ISNUMDGMTITLE" val="0"/>
  <p:tag name="KSO_WM_UNIT_TEXT_FILL_FORE_SCHEMECOLOR_INDEX_BRIGHTNESS" val="0"/>
  <p:tag name="KSO_WM_UNIT_TEXT_FILL_FORE_SCHEMECOLOR_INDEX" val="14"/>
  <p:tag name="KSO_WM_UNIT_TEXT_FILL_TYPE"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INDEX" val="3"/>
  <p:tag name="KSO_WM_UNIT_PRESET_TEXT" val="2020/01/01"/>
  <p:tag name="KSO_WM_UNIT_TYPE" val="b"/>
  <p:tag name="KSO_WM_TEMPLATE_CATEGORY" val="custom"/>
  <p:tag name="KSO_WM_TEMPLATE_INDEX" val="20204446"/>
  <p:tag name="KSO_WM_UNIT_ID" val="custom20204446_1*b*3"/>
  <p:tag name="KSO_WM_UNIT_ISNUMDGMTITLE" val="0"/>
  <p:tag name="KSO_WM_UNIT_TEXT_FILL_FORE_SCHEMECOLOR_INDEX_BRIGHTNESS" val="0"/>
  <p:tag name="KSO_WM_UNIT_TEXT_FILL_FORE_SCHEMECOLOR_INDEX" val="14"/>
  <p:tag name="KSO_WM_UNIT_TEXT_FILL_TYPE" val="1"/>
</p:tagLst>
</file>

<file path=ppt/tags/tag145.xml><?xml version="1.0" encoding="utf-8"?>
<p:tagLst xmlns:p="http://schemas.openxmlformats.org/presentationml/2006/main">
  <p:tag name="KSO_WM_TEMPLATE_CATEGORY" val="custom"/>
  <p:tag name="KSO_WM_TEMPLATE_INDEX" val="20204446"/>
  <p:tag name="KSO_WM_UNIT_TYPE" val="a"/>
  <p:tag name="KSO_WM_UNIT_INDEX" val="1"/>
  <p:tag name="KSO_WM_UNIT_ISCONTENTSTITLE" val="0"/>
  <p:tag name="KSO_WM_UNIT_PRESET_TEXT" val="乘风破浪"/>
  <p:tag name="KSO_WM_UNIT_NOCLEAR" val="0"/>
  <p:tag name="KSO_WM_UNIT_VALUE" val="7"/>
  <p:tag name="KSO_WM_UNIT_HIGHLIGHT" val="0"/>
  <p:tag name="KSO_WM_UNIT_COMPATIBLE" val="0"/>
  <p:tag name="KSO_WM_UNIT_DIAGRAM_ISNUMVISUAL" val="0"/>
  <p:tag name="KSO_WM_UNIT_DIAGRAM_ISREFERUNIT" val="0"/>
  <p:tag name="KSO_WM_UNIT_ID" val="custom20204446_1*a*1"/>
  <p:tag name="KSO_WM_UNIT_LAYERLEVEL" val="1"/>
  <p:tag name="KSO_WM_TAG_VERSION" val="1.0"/>
  <p:tag name="KSO_WM_BEAUTIFY_FLAG" val="#wm#"/>
  <p:tag name="KSO_WM_UNIT_ISNUMDGMTITLE" val="0"/>
  <p:tag name="KSO_WM_UNIT_TEXT_FILL_FORE_SCHEMECOLOR_INDEX_BRIGHTNESS" val="0"/>
  <p:tag name="KSO_WM_UNIT_TEXT_FILL_FORE_SCHEMECOLOR_INDEX" val="14"/>
  <p:tag name="KSO_WM_UNIT_TEXT_FILL_TYPE" val="1"/>
</p:tagLst>
</file>

<file path=ppt/tags/tag146.xml><?xml version="1.0" encoding="utf-8"?>
<p:tagLst xmlns:p="http://schemas.openxmlformats.org/presentationml/2006/main">
  <p:tag name="KSO_WM_SLIDE_ID" val="custom20204446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4446"/>
  <p:tag name="KSO_WM_SLIDE_LAYOUT" val="a_b"/>
  <p:tag name="KSO_WM_SLIDE_LAYOUT_CNT" val="1_3"/>
  <p:tag name="KSO_WM_TEMPLATE_THUMBS_INDEX" val="1、4、7、9、12、16、17、22、25、26、27、28、29、32、35、40、43、44"/>
  <p:tag name="KSO_WM_TEMPLATE_MASTER_THUMB_INDEX" val="12"/>
</p:tagLst>
</file>

<file path=ppt/tags/tag147.xml><?xml version="1.0" encoding="utf-8"?>
<p:tagLst xmlns:p="http://schemas.openxmlformats.org/presentationml/2006/main">
  <p:tag name="KSO_WM_UNIT_ISCONTENTSTITLE" val="1"/>
  <p:tag name="KSO_WM_UNIT_PRESET_TEXT" val="目录"/>
  <p:tag name="KSO_WM_UNIT_NOCLEAR" val="0"/>
  <p:tag name="KSO_WM_UNIT_VALUE" val="4"/>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LAYERLEVEL" val="1"/>
  <p:tag name="KSO_WM_TAG_VERSION" val="1.0"/>
  <p:tag name="KSO_WM_BEAUTIFY_FLAG" val="#wm#"/>
  <p:tag name="KSO_WM_TEMPLATE_CATEGORY" val="custom"/>
  <p:tag name="KSO_WM_TEMPLATE_INDEX" val="20204446"/>
  <p:tag name="KSO_WM_UNIT_ID" val="custom20204446_3*a*1"/>
  <p:tag name="KSO_WM_UNIT_ISNUMDGMTITLE" val="0"/>
  <p:tag name="KSO_WM_UNIT_TEXT_FILL_FORE_SCHEMECOLOR_INDEX_BRIGHTNESS" val="0.15"/>
  <p:tag name="KSO_WM_UNIT_TEXT_FILL_FORE_SCHEMECOLOR_INDEX" val="13"/>
  <p:tag name="KSO_WM_UNIT_TEXT_FILL_TYPE" val="1"/>
  <p:tag name="KSO_WM_UNIT_USESOURCEFORMAT_APPLY" val="1"/>
</p:tagLst>
</file>

<file path=ppt/tags/tag148.xml><?xml version="1.0" encoding="utf-8"?>
<p:tagLst xmlns:p="http://schemas.openxmlformats.org/presentationml/2006/main">
  <p:tag name="KSO_WM_SLIDE_ID" val="custom20204446_3"/>
  <p:tag name="KSO_WM_TEMPLATE_SUBCATEGORY" val="0"/>
  <p:tag name="KSO_WM_TEMPLATE_MASTER_TYPE" val="1"/>
  <p:tag name="KSO_WM_TEMPLATE_COLOR_TYPE" val="1"/>
  <p:tag name="KSO_WM_SLIDE_ITEM_CNT" val="3"/>
  <p:tag name="KSO_WM_SLIDE_INDEX" val="3"/>
  <p:tag name="KSO_WM_TAG_VERSION" val="1.0"/>
  <p:tag name="KSO_WM_BEAUTIFY_FLAG" val="#wm#"/>
  <p:tag name="KSO_WM_TEMPLATE_CATEGORY" val="custom"/>
  <p:tag name="KSO_WM_TEMPLATE_INDEX" val="20204446"/>
  <p:tag name="KSO_WM_SLIDE_TYPE" val="contents"/>
  <p:tag name="KSO_WM_SLIDE_SUBTYPE" val="diag"/>
  <p:tag name="KSO_WM_DIAGRAM_GROUP_CODE" val="l1-1"/>
  <p:tag name="KSO_WM_SLIDE_DIAGTYPE" val="l"/>
  <p:tag name="KSO_WM_SLIDE_LAYOUT" val="a_l"/>
  <p:tag name="KSO_WM_SLIDE_LAYOUT_CNT" val="1_1"/>
</p:tagLst>
</file>

<file path=ppt/tags/tag1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51.xml><?xml version="1.0" encoding="utf-8"?>
<p:tagLst xmlns:p="http://schemas.openxmlformats.org/presentationml/2006/main">
  <p:tag name="KSO_WM_BEAUTIFY_FLAG" val=""/>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14"/>
  <p:tag name="KSO_WM_UNIT_TEXT_FILL_TYPE" val="1"/>
</p:tagLst>
</file>

<file path=ppt/tags/tag15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153.xml><?xml version="1.0" encoding="utf-8"?>
<p:tagLst xmlns:p="http://schemas.openxmlformats.org/presentationml/2006/main">
  <p:tag name="KSO_WM_SLIDE_BACKGROUND_TYPE" val="general"/>
  <p:tag name="KSO_WM_SLIDE_BK_DARK_LIGHT" val="2"/>
</p:tagLst>
</file>

<file path=ppt/tags/tag15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5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56.xml><?xml version="1.0" encoding="utf-8"?>
<p:tagLst xmlns:p="http://schemas.openxmlformats.org/presentationml/2006/main">
  <p:tag name="KSO_WM_BEAUTIFY_FLAG" val=""/>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14"/>
  <p:tag name="KSO_WM_UNIT_TEXT_FILL_TYPE" val="1"/>
</p:tagLst>
</file>

<file path=ppt/tags/tag15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158.xml><?xml version="1.0" encoding="utf-8"?>
<p:tagLst xmlns:p="http://schemas.openxmlformats.org/presentationml/2006/main">
  <p:tag name="KSO_WM_SLIDE_BACKGROUND_TYPE" val="general"/>
  <p:tag name="KSO_WM_SLIDE_BK_DARK_LIGHT" val="2"/>
</p:tagLst>
</file>

<file path=ppt/tags/tag15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6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61.xml><?xml version="1.0" encoding="utf-8"?>
<p:tagLst xmlns:p="http://schemas.openxmlformats.org/presentationml/2006/main">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14"/>
  <p:tag name="KSO_WM_UNIT_TEXT_FILL_TYPE" val="1"/>
</p:tagLst>
</file>

<file path=ppt/tags/tag162.xml><?xml version="1.0" encoding="utf-8"?>
<p:tagLst xmlns:p="http://schemas.openxmlformats.org/presentationml/2006/main">
  <p:tag name="KSO_WM_SLIDE_BACKGROUND_TYPE" val="general"/>
  <p:tag name="KSO_WM_SLIDE_BK_DARK_LIGHT" val="2"/>
</p:tagLst>
</file>

<file path=ppt/tags/tag16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6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65.xml><?xml version="1.0" encoding="utf-8"?>
<p:tagLst xmlns:p="http://schemas.openxmlformats.org/presentationml/2006/main">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14"/>
  <p:tag name="KSO_WM_UNIT_TEXT_FILL_TYPE" val="1"/>
</p:tagLst>
</file>

<file path=ppt/tags/tag166.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67.xml><?xml version="1.0" encoding="utf-8"?>
<p:tagLst xmlns:p="http://schemas.openxmlformats.org/presentationml/2006/main">
  <p:tag name="KSO_WM_SLIDE_BACKGROUND_TYPE" val="general"/>
  <p:tag name="KSO_WM_SLIDE_BK_DARK_LIGHT" val="2"/>
</p:tagLst>
</file>

<file path=ppt/tags/tag16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69.xml><?xml version="1.0" encoding="utf-8"?>
<p:tagLst xmlns:p="http://schemas.openxmlformats.org/presentationml/2006/main">
  <p:tag name="KSO_WM_BEAUTIFY_FLAG" val=""/>
  <p:tag name="KSO_WM_UNIT_FILL_FORE_SCHEMECOLOR_INDEX_BRIGHTNESS" val="0"/>
  <p:tag name="KSO_WM_UNIT_FILL_FORE_SCHEMECOLOR_INDEX" val="5"/>
  <p:tag name="KSO_WM_UNIT_FILL_TYPE" val="1"/>
  <p:tag name="KSO_WM_UNIT_TEXT_FILL_FORE_SCHEMECOLOR_INDEX_BRIGHTNESS" val="0.4"/>
  <p:tag name="KSO_WM_UNIT_TEXT_FILL_FORE_SCHEMECOLOR_INDEX" val="7"/>
  <p:tag name="KSO_WM_UNIT_TEXT_FILL_TYPE" val="1"/>
</p:tagLst>
</file>

<file path=ppt/tags/tag170.xml><?xml version="1.0" encoding="utf-8"?>
<p:tagLst xmlns:p="http://schemas.openxmlformats.org/presentationml/2006/main">
  <p:tag name="KSO_WM_SLIDE_BACKGROUND_TYPE" val="general"/>
  <p:tag name="KSO_WM_SLIDE_BK_DARK_LIGHT" val="2"/>
</p:tagLst>
</file>

<file path=ppt/tags/tag17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72.xml><?xml version="1.0" encoding="utf-8"?>
<p:tagLst xmlns:p="http://schemas.openxmlformats.org/presentationml/2006/main">
  <p:tag name="KSO_WM_BEAUTIFY_FLAG" val=""/>
  <p:tag name="KSO_WM_UNIT_FILL_FORE_SCHEMECOLOR_INDEX_BRIGHTNESS" val="0"/>
  <p:tag name="KSO_WM_UNIT_FILL_FORE_SCHEMECOLOR_INDEX" val="5"/>
  <p:tag name="KSO_WM_UNIT_FILL_TYPE" val="1"/>
  <p:tag name="KSO_WM_UNIT_TEXT_FILL_FORE_SCHEMECOLOR_INDEX_BRIGHTNESS" val="0.4"/>
  <p:tag name="KSO_WM_UNIT_TEXT_FILL_FORE_SCHEMECOLOR_INDEX" val="7"/>
  <p:tag name="KSO_WM_UNIT_TEXT_FILL_TYPE" val="1"/>
</p:tagLst>
</file>

<file path=ppt/tags/tag173.xml><?xml version="1.0" encoding="utf-8"?>
<p:tagLst xmlns:p="http://schemas.openxmlformats.org/presentationml/2006/main">
  <p:tag name="KSO_WM_SLIDE_BACKGROUND_TYPE" val="general"/>
  <p:tag name="KSO_WM_SLIDE_BK_DARK_LIGHT" val="2"/>
</p:tagLst>
</file>

<file path=ppt/tags/tag17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7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76.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4"/>
  <p:tag name="KSO_WM_UNIT_TEXT_FILL_FORE_SCHEMECOLOR_INDEX" val="7"/>
  <p:tag name="KSO_WM_UNIT_TEXT_FILL_TYPE" val="1"/>
</p:tagLst>
</file>

<file path=ppt/tags/tag177.xml><?xml version="1.0" encoding="utf-8"?>
<p:tagLst xmlns:p="http://schemas.openxmlformats.org/presentationml/2006/main">
  <p:tag name="KSO_WM_SLIDE_BACKGROUND_TYPE" val="general"/>
  <p:tag name="KSO_WM_SLIDE_BK_DARK_LIGHT" val="2"/>
</p:tagLst>
</file>

<file path=ppt/tags/tag17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7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80.xml><?xml version="1.0" encoding="utf-8"?>
<p:tagLst xmlns:p="http://schemas.openxmlformats.org/presentationml/2006/main">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14"/>
  <p:tag name="KSO_WM_UNIT_TEXT_FILL_TYPE" val="1"/>
</p:tagLst>
</file>

<file path=ppt/tags/tag181.xml><?xml version="1.0" encoding="utf-8"?>
<p:tagLst xmlns:p="http://schemas.openxmlformats.org/presentationml/2006/main">
  <p:tag name="KSO_WM_SLIDE_BACKGROUND_TYPE" val="general"/>
  <p:tag name="KSO_WM_SLIDE_BK_DARK_LIGHT" val="2"/>
</p:tagLst>
</file>

<file path=ppt/tags/tag18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8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84.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85.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86.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87.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88.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89.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90.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91.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92.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93.xml><?xml version="1.0" encoding="utf-8"?>
<p:tagLst xmlns:p="http://schemas.openxmlformats.org/presentationml/2006/main">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194.xml><?xml version="1.0" encoding="utf-8"?>
<p:tagLst xmlns:p="http://schemas.openxmlformats.org/presentationml/2006/main">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195.xml><?xml version="1.0" encoding="utf-8"?>
<p:tagLst xmlns:p="http://schemas.openxmlformats.org/presentationml/2006/main">
  <p:tag name="KSO_WM_SLIDE_BACKGROUND_TYPE" val="general"/>
  <p:tag name="KSO_WM_SLIDE_BK_DARK_LIGHT" val="2"/>
</p:tagLst>
</file>

<file path=ppt/tags/tag19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9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98.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199.xml><?xml version="1.0" encoding="utf-8"?>
<p:tagLst xmlns:p="http://schemas.openxmlformats.org/presentationml/2006/main">
  <p:tag name="KSO_WM_SLIDE_BACKGROUND_TYPE" val="general"/>
  <p:tag name="KSO_WM_SLIDE_BK_DARK_LIGHT" val="2"/>
</p:tagLst>
</file>

<file path=ppt/tags/tag20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0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3.xml><?xml version="1.0" encoding="utf-8"?>
<p:tagLst xmlns:p="http://schemas.openxmlformats.org/presentationml/2006/main">
  <p:tag name="KSO_WM_SLIDE_BACKGROUND_TYPE" val="general"/>
  <p:tag name="KSO_WM_SLIDE_BK_DARK_LIGHT" val="2"/>
</p:tagLst>
</file>

<file path=ppt/tags/tag20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0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06.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07.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4"/>
  <p:tag name="KSO_WM_UNIT_TEXT_FILL_FORE_SCHEMECOLOR_INDEX" val="7"/>
  <p:tag name="KSO_WM_UNIT_TEXT_FILL_TYPE" val="1"/>
</p:tagLst>
</file>

<file path=ppt/tags/tag208.xml><?xml version="1.0" encoding="utf-8"?>
<p:tagLst xmlns:p="http://schemas.openxmlformats.org/presentationml/2006/main">
  <p:tag name="KSO_WM_SLIDE_BACKGROUND_TYPE" val="general"/>
  <p:tag name="KSO_WM_SLIDE_BK_DARK_LIGHT" val="2"/>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446"/>
  <p:tag name="KSO_WM_UNIT_ID" val="custom20204446_44*i*1"/>
  <p:tag name="KSO_WM_UNIT_TYPE" val="i"/>
  <p:tag name="KSO_WM_UNIT_INDEX" val="1"/>
  <p:tag name="KSO_WM_UNIT_LINE_FORE_SCHEMECOLOR_INDEX_BRIGHTNESS" val="0"/>
  <p:tag name="KSO_WM_UNIT_LINE_FORE_SCHEMECOLOR_INDEX" val="5"/>
  <p:tag name="KSO_WM_UNIT_LINE_FILL_TYPE" val="2"/>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1"/>
  <p:tag name="KSO_WM_UNIT_VALUE" val="10"/>
  <p:tag name="KSO_WM_UNIT_TYPE" val="a"/>
  <p:tag name="KSO_WM_UNIT_INDEX" val="1"/>
  <p:tag name="KSO_WM_UNIT_PRESET_TEXT" val="谢谢聆听"/>
  <p:tag name="KSO_WM_TEMPLATE_CATEGORY" val="custom"/>
  <p:tag name="KSO_WM_TEMPLATE_INDEX" val="20204446"/>
  <p:tag name="KSO_WM_UNIT_ID" val="custom20204446_44*a*1"/>
  <p:tag name="KSO_WM_UNIT_ISNUMDGMTITLE" val="0"/>
  <p:tag name="KSO_WM_UNIT_TEXT_FILL_FORE_SCHEMECOLOR_INDEX_BRIGHTNESS" val="0"/>
  <p:tag name="KSO_WM_UNIT_TEXT_FILL_FORE_SCHEMECOLOR_INDEX" val="14"/>
  <p:tag name="KSO_WM_UNIT_TEXT_FILL_TYPE" val="1"/>
</p:tagLst>
</file>

<file path=ppt/tags/tag211.xml><?xml version="1.0" encoding="utf-8"?>
<p:tagLst xmlns:p="http://schemas.openxmlformats.org/presentationml/2006/main">
  <p:tag name="KSO_WM_SLIDE_ID" val="custom20204446_44"/>
  <p:tag name="KSO_WM_TEMPLATE_SUBCATEGORY" val="0"/>
  <p:tag name="KSO_WM_TEMPLATE_MASTER_TYPE" val="1"/>
  <p:tag name="KSO_WM_TEMPLATE_COLOR_TYPE" val="1"/>
  <p:tag name="KSO_WM_SLIDE_ITEM_CNT" val="0"/>
  <p:tag name="KSO_WM_SLIDE_INDEX" val="44"/>
  <p:tag name="KSO_WM_TAG_VERSION" val="1.0"/>
  <p:tag name="KSO_WM_BEAUTIFY_FLAG" val="#wm#"/>
  <p:tag name="KSO_WM_TEMPLATE_CATEGORY" val="custom"/>
  <p:tag name="KSO_WM_TEMPLATE_INDEX" val="20204446"/>
  <p:tag name="KSO_WM_SLIDE_LAYOUT" val="a_b"/>
  <p:tag name="KSO_WM_SLIDE_LAYOUT_CNT" val="1_1"/>
  <p:tag name="KSO_WM_SLIDE_TYPE" val="endPage"/>
  <p:tag name="KSO_WM_SLIDE_SUBTYPE" val="pureTxt"/>
</p:tagLst>
</file>

<file path=ppt/tags/tag212.xml><?xml version="1.0" encoding="utf-8"?>
<p:tagLst xmlns:p="http://schemas.openxmlformats.org/presentationml/2006/main">
  <p:tag name="KSO_WPP_MARK_KEY" val="26df31ff-59f5-465d-9103-8826bf3eaf1c"/>
  <p:tag name="COMMONDATA" val="eyJoZGlkIjoiNzg0ZWI1Zjk3NTc2YTFkZmFiMTQ5M2EwODcwOThkZjIifQ=="/>
  <p:tag name="commondata" val="eyJoZGlkIjoiNWM4YTVmNjZhNzkxYTgyYzNlMmM4NDVhYjkyNGM3MDAifQ=="/>
</p:tagLst>
</file>

<file path=ppt/theme/theme1.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Office 主题​​">
  <a:themeElements>
    <a:clrScheme name="">
      <a:dk1>
        <a:srgbClr val="000000"/>
      </a:dk1>
      <a:lt1>
        <a:srgbClr val="FFFFFF"/>
      </a:lt1>
      <a:dk2>
        <a:srgbClr val="EAEDEF"/>
      </a:dk2>
      <a:lt2>
        <a:srgbClr val="FBFCFC"/>
      </a:lt2>
      <a:accent1>
        <a:srgbClr val="286C95"/>
      </a:accent1>
      <a:accent2>
        <a:srgbClr val="196B64"/>
      </a:accent2>
      <a:accent3>
        <a:srgbClr val="2D6033"/>
      </a:accent3>
      <a:accent4>
        <a:srgbClr val="564D1A"/>
      </a:accent4>
      <a:accent5>
        <a:srgbClr val="85371B"/>
      </a:accent5>
      <a:accent6>
        <a:srgbClr val="94283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3145</Words>
  <Application>WPS 演示</Application>
  <PresentationFormat>自定义</PresentationFormat>
  <Paragraphs>63</Paragraphs>
  <Slides>15</Slides>
  <Notes>0</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2</vt:i4>
      </vt:variant>
      <vt:variant>
        <vt:lpstr>幻灯片标题</vt:lpstr>
      </vt:variant>
      <vt:variant>
        <vt:i4>15</vt:i4>
      </vt:variant>
    </vt:vector>
  </HeadingPairs>
  <TitlesOfParts>
    <vt:vector size="29" baseType="lpstr">
      <vt:lpstr>Arial</vt:lpstr>
      <vt:lpstr>宋体</vt:lpstr>
      <vt:lpstr>Wingdings</vt:lpstr>
      <vt:lpstr>Arial</vt:lpstr>
      <vt:lpstr>微软雅黑</vt:lpstr>
      <vt:lpstr>汉仪旗黑-85S</vt:lpstr>
      <vt:lpstr>黑体</vt:lpstr>
      <vt:lpstr>Arial Unicode MS</vt:lpstr>
      <vt:lpstr>Century Gothic</vt:lpstr>
      <vt:lpstr>Calibri</vt:lpstr>
      <vt:lpstr>Office 主题</vt:lpstr>
      <vt:lpstr>4_Office 主题​​</vt:lpstr>
      <vt:lpstr>Visio.Drawing.15</vt:lpstr>
      <vt:lpstr>Visio.Drawing.15</vt:lpstr>
      <vt:lpstr>征询式可评价型中学拓展课系统   PPT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感谢聆听</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Office PLUS</dc:creator>
  <cp:lastModifiedBy>烨</cp:lastModifiedBy>
  <cp:revision>214</cp:revision>
  <dcterms:created xsi:type="dcterms:W3CDTF">2015-07-02T02:13:00Z</dcterms:created>
  <dcterms:modified xsi:type="dcterms:W3CDTF">2024-03-22T01:52:15Z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B551A2E08FD749B4AC4E3BC5E53908A3_13</vt:lpwstr>
  </property>
</Properties>
</file>